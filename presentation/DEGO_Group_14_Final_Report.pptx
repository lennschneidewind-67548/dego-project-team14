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98" r:id="rId2"/>
    <p:sldId id="299" r:id="rId3"/>
    <p:sldId id="300" r:id="rId4"/>
    <p:sldId id="301" r:id="rId5"/>
    <p:sldId id="302" r:id="rId6"/>
    <p:sldId id="303" r:id="rId7"/>
    <p:sldId id="305" r:id="rId8"/>
    <p:sldId id="304" r:id="rId9"/>
    <p:sldId id="260" r:id="rId10"/>
    <p:sldId id="297" r:id="rId11"/>
    <p:sldId id="262" r:id="rId12"/>
    <p:sldId id="284" r:id="rId13"/>
    <p:sldId id="285" r:id="rId14"/>
    <p:sldId id="287" r:id="rId15"/>
    <p:sldId id="288" r:id="rId16"/>
    <p:sldId id="289" r:id="rId17"/>
    <p:sldId id="291" r:id="rId18"/>
    <p:sldId id="292" r:id="rId19"/>
    <p:sldId id="293" r:id="rId20"/>
    <p:sldId id="295" r:id="rId21"/>
    <p:sldId id="296" r:id="rId22"/>
    <p:sldId id="281" r:id="rId23"/>
    <p:sldId id="283" r:id="rId24"/>
    <p:sldId id="266" r:id="rId25"/>
    <p:sldId id="270" r:id="rId26"/>
  </p:sldIdLst>
  <p:sldSz cx="12192000" cy="6858000"/>
  <p:notesSz cx="6858000" cy="9144000"/>
  <p:defaultTextStyle>
    <a:defPPr>
      <a:defRPr lang="en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07B0AE6F-36EA-F842-98F7-752FBACC703A}">
          <p14:sldIdLst>
            <p14:sldId id="298"/>
            <p14:sldId id="299"/>
            <p14:sldId id="300"/>
            <p14:sldId id="301"/>
            <p14:sldId id="302"/>
            <p14:sldId id="303"/>
            <p14:sldId id="305"/>
            <p14:sldId id="304"/>
          </p14:sldIdLst>
        </p14:section>
        <p14:section name="Master" id="{F6D3A190-EB12-744A-A808-300E1C468FE2}">
          <p14:sldIdLst>
            <p14:sldId id="260"/>
            <p14:sldId id="297"/>
            <p14:sldId id="262"/>
            <p14:sldId id="284"/>
            <p14:sldId id="285"/>
            <p14:sldId id="287"/>
            <p14:sldId id="288"/>
            <p14:sldId id="289"/>
            <p14:sldId id="291"/>
            <p14:sldId id="292"/>
            <p14:sldId id="293"/>
            <p14:sldId id="295"/>
            <p14:sldId id="296"/>
            <p14:sldId id="281"/>
            <p14:sldId id="283"/>
            <p14:sldId id="266"/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9012ECD-51FC-41F1-AA8D-1B2483CD663E}" styleName="Light Style 2 –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72833802-FEF1-4C79-8D5D-14CF1EAF98D9}" styleName="Light Style 2 –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022"/>
    <p:restoredTop sz="94703"/>
  </p:normalViewPr>
  <p:slideViewPr>
    <p:cSldViewPr snapToGrid="0">
      <p:cViewPr varScale="1">
        <p:scale>
          <a:sx n="116" d="100"/>
          <a:sy n="116" d="100"/>
        </p:scale>
        <p:origin x="34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AF816A-2DAE-0900-F10A-5DE47D97F1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A6A3263-3DC8-F92D-E9F0-8AE6A438340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BCB1F8-D56D-29E1-5F4C-790188D199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3A456D-061B-474D-8616-C6E35A40B8A4}" type="datetimeFigureOut">
              <a:rPr lang="en-DE" smtClean="0"/>
              <a:t>04.03.26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F71FBB-573D-73F7-737F-DF3028408C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88C001-FB5E-919D-CE0B-ADE0723726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7F9183-1CAB-0041-AE5B-AA8C31313DB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5925388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38D423-28E7-064E-4767-BC3E34993B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46105E-C810-CD57-0FAE-79B23CB53D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DEE99B-0E8A-8FCF-1760-881A2D9332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3A456D-061B-474D-8616-C6E35A40B8A4}" type="datetimeFigureOut">
              <a:rPr lang="en-DE" smtClean="0"/>
              <a:t>04.03.26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88D365-BDF4-6DF1-CDAB-79CCB32C2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EE90F9-A965-8185-88C0-06E44D9413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7F9183-1CAB-0041-AE5B-AA8C31313DB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0381488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C93565-A065-7094-0550-78D6187AE0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92AA1D-84BA-1413-EDE8-4D5FBACA25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E4840A-8588-F41E-326D-560B01F13E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3A456D-061B-474D-8616-C6E35A40B8A4}" type="datetimeFigureOut">
              <a:rPr lang="en-DE" smtClean="0"/>
              <a:t>04.03.26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452F62-6949-4B50-B964-8A6311622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284746-B33D-3B67-AD5A-57716A3223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7F9183-1CAB-0041-AE5B-AA8C31313DB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4695206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19D407-BE3A-EC58-5FD3-20973762C7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F8139A-4010-31C3-FA4A-F6BEDA83E99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7BED647-16B5-8809-9C8B-6836A4B2276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917A883-EABE-34A1-FB35-96C9BF916F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3A456D-061B-474D-8616-C6E35A40B8A4}" type="datetimeFigureOut">
              <a:rPr lang="en-DE" smtClean="0"/>
              <a:t>04.03.26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7EAB681-B844-D6BC-DBE6-0349FF3047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0AE3756-CA1B-A761-284E-3E007DC16E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7F9183-1CAB-0041-AE5B-AA8C31313DB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5712450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15B69E-B5EB-4310-5327-979F247FE4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8BC976-818B-00C5-FF2F-17630DE483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4DD94A-38E1-2A01-9695-A3E0D714EFD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BEF5AFA-E614-A420-DC7B-E192963104C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CB7FC77-8CDE-70DE-FC7C-4FAF18C5F03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8D9CC47-0D75-CF92-20E2-5CC0CB3FC9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3A456D-061B-474D-8616-C6E35A40B8A4}" type="datetimeFigureOut">
              <a:rPr lang="en-DE" smtClean="0"/>
              <a:t>04.03.26</a:t>
            </a:fld>
            <a:endParaRPr lang="en-D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A2C39E7-2D5D-6019-F410-C1FD848F15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4F58158-1896-E045-210E-8E5B5DB38E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7F9183-1CAB-0041-AE5B-AA8C31313DB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5215614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E015B1-AC44-5772-B387-5EF34E4F03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C00AD85-16BF-720A-44FD-762AEC1E0C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3A456D-061B-474D-8616-C6E35A40B8A4}" type="datetimeFigureOut">
              <a:rPr lang="en-DE" smtClean="0"/>
              <a:t>04.03.26</a:t>
            </a:fld>
            <a:endParaRPr lang="en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05B520E-8994-188B-B927-7BFF79B815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D1EB855-BC33-195F-DC6B-E17CEE2D64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7F9183-1CAB-0041-AE5B-AA8C31313DB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1163164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92AB9D-7120-25BE-F912-B3EEF895C8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3A456D-061B-474D-8616-C6E35A40B8A4}" type="datetimeFigureOut">
              <a:rPr lang="en-DE" smtClean="0"/>
              <a:t>04.03.26</a:t>
            </a:fld>
            <a:endParaRPr lang="en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49E3C11-F34F-9552-3432-329B0C61F9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34C6CE-D91D-F61C-E915-6AABCB9B42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7F9183-1CAB-0041-AE5B-AA8C31313DB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8251023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ECE4F0-94E2-DB4E-559B-4BCF4542DA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66D0F0-ACC8-022B-04D8-AEB47E0A0C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067386E-314C-242C-3E11-3AEAE4F0FD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5664AB-5BB0-2A12-720F-A08532BC61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3A456D-061B-474D-8616-C6E35A40B8A4}" type="datetimeFigureOut">
              <a:rPr lang="en-DE" smtClean="0"/>
              <a:t>04.03.26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8D1F522-1965-51B6-C046-363BD91E55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C89985-F678-745F-BBCA-8E17AA48F2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7F9183-1CAB-0041-AE5B-AA8C31313DB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9950034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9A3795-3AB1-8D7A-AF52-E6C1C33D33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EA489AA-E837-1DBD-03DD-26A50C883DE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23BA24-1EE7-1093-747F-486DEBAC1F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1315B0A-431D-2433-D027-11BE3CFBBF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3A456D-061B-474D-8616-C6E35A40B8A4}" type="datetimeFigureOut">
              <a:rPr lang="en-DE" smtClean="0"/>
              <a:t>04.03.26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EDB5C23-CA9F-26A1-0C80-28FF83558C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262532-4AAB-15BB-2522-D783EAD715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7F9183-1CAB-0041-AE5B-AA8C31313DB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8407575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8B8BDA-B0ED-6281-0EBA-6E7AC74885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FCC7FAC-09A5-E9E1-BF1D-287E39235F0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010BAF-A231-D503-C392-81D27F47A5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3A456D-061B-474D-8616-C6E35A40B8A4}" type="datetimeFigureOut">
              <a:rPr lang="en-DE" smtClean="0"/>
              <a:t>04.03.26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EB39EA-1620-6843-1BC5-AD2C84A8BA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9A28D3-B46B-8557-7746-131CDD77C4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7F9183-1CAB-0041-AE5B-AA8C31313DB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0494313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EFB202B-4428-72E6-D73E-4FF58C1AA2D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AF9C8C7-F407-F246-DB8A-C58DA86859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D50019-BB35-FD09-44CB-7686292849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3A456D-061B-474D-8616-C6E35A40B8A4}" type="datetimeFigureOut">
              <a:rPr lang="en-DE" smtClean="0"/>
              <a:t>04.03.26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103FCD-4ED2-B6C8-0D91-4FB6B148E3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FA267B-729D-D82C-4B40-6CEA76EE72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7F9183-1CAB-0041-AE5B-AA8C31313DB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26723997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01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269430" y="4236720"/>
            <a:ext cx="11540621" cy="788671"/>
          </a:xfrm>
          <a:prstGeom prst="rect">
            <a:avLst/>
          </a:prstGeom>
        </p:spPr>
        <p:txBody>
          <a:bodyPr/>
          <a:lstStyle>
            <a:lvl1pPr marL="0" marR="0" indent="0" algn="l" defTabSz="41275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5600" b="1" i="0" u="none" strike="noStrike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Playfair Display"/>
                <a:ea typeface="Playfair Display"/>
                <a:cs typeface="Playfair Display"/>
                <a:sym typeface="Helvetica Neue"/>
              </a:defRPr>
            </a:lvl1pPr>
          </a:lstStyle>
          <a:p>
            <a:pPr lvl="0"/>
            <a:r>
              <a:rPr lang="en-US"/>
              <a:t>Cover title goes here</a:t>
            </a:r>
          </a:p>
        </p:txBody>
      </p:sp>
      <p:sp>
        <p:nvSpPr>
          <p:cNvPr id="6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269430" y="5090478"/>
            <a:ext cx="11540621" cy="681832"/>
          </a:xfrm>
          <a:prstGeom prst="rect">
            <a:avLst/>
          </a:prstGeom>
        </p:spPr>
        <p:txBody>
          <a:bodyPr/>
          <a:lstStyle>
            <a:lvl1pPr marL="0" marR="0" indent="0" algn="l" defTabSz="41275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GB" sz="1600" b="0" i="0" u="none" strike="noStrike" cap="all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Open Sans Light"/>
              </a:defRPr>
            </a:lvl1pPr>
            <a:lvl5pPr>
              <a:defRPr/>
            </a:lvl5pPr>
          </a:lstStyle>
          <a:p>
            <a:pPr lvl="0"/>
            <a:r>
              <a:rPr lang="en-US"/>
              <a:t>Subtitle goes here</a:t>
            </a:r>
            <a:endParaRPr lang="en-GB"/>
          </a:p>
        </p:txBody>
      </p:sp>
      <p:sp>
        <p:nvSpPr>
          <p:cNvPr id="15" name="Line"/>
          <p:cNvSpPr/>
          <p:nvPr userDrawn="1"/>
        </p:nvSpPr>
        <p:spPr>
          <a:xfrm>
            <a:off x="337654" y="619238"/>
            <a:ext cx="563684" cy="0"/>
          </a:xfrm>
          <a:prstGeom prst="line">
            <a:avLst/>
          </a:prstGeom>
          <a:ln w="25400">
            <a:solidFill>
              <a:schemeClr val="bg1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 sz="1600"/>
          </a:p>
        </p:txBody>
      </p:sp>
      <p:sp>
        <p:nvSpPr>
          <p:cNvPr id="16" name="Line"/>
          <p:cNvSpPr/>
          <p:nvPr userDrawn="1"/>
        </p:nvSpPr>
        <p:spPr>
          <a:xfrm>
            <a:off x="11277600" y="619238"/>
            <a:ext cx="574361" cy="0"/>
          </a:xfrm>
          <a:prstGeom prst="line">
            <a:avLst/>
          </a:prstGeom>
          <a:ln w="25400">
            <a:solidFill>
              <a:schemeClr val="bg1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 sz="1600"/>
          </a:p>
        </p:txBody>
      </p:sp>
      <p:sp>
        <p:nvSpPr>
          <p:cNvPr id="22" name="Text Placeholder 21"/>
          <p:cNvSpPr>
            <a:spLocks noGrp="1"/>
          </p:cNvSpPr>
          <p:nvPr>
            <p:ph type="body" sz="quarter" idx="12" hasCustomPrompt="1"/>
          </p:nvPr>
        </p:nvSpPr>
        <p:spPr>
          <a:xfrm>
            <a:off x="311340" y="364775"/>
            <a:ext cx="4824223" cy="22191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000" cap="all" baseline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Place project name here</a:t>
            </a:r>
            <a:endParaRPr lang="en-GB"/>
          </a:p>
        </p:txBody>
      </p:sp>
      <p:sp>
        <p:nvSpPr>
          <p:cNvPr id="24" name="Text Placeholder 23"/>
          <p:cNvSpPr>
            <a:spLocks noGrp="1"/>
          </p:cNvSpPr>
          <p:nvPr>
            <p:ph type="body" sz="quarter" idx="13" hasCustomPrompt="1"/>
          </p:nvPr>
        </p:nvSpPr>
        <p:spPr>
          <a:xfrm>
            <a:off x="7075170" y="364851"/>
            <a:ext cx="4776791" cy="221843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0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DATE | CARCAVELOS CAMPUS </a:t>
            </a:r>
            <a:endParaRPr lang="en-GB"/>
          </a:p>
        </p:txBody>
      </p:sp>
      <p:grpSp>
        <p:nvGrpSpPr>
          <p:cNvPr id="2" name="Group 1"/>
          <p:cNvGrpSpPr/>
          <p:nvPr userDrawn="1"/>
        </p:nvGrpSpPr>
        <p:grpSpPr>
          <a:xfrm>
            <a:off x="0" y="5886794"/>
            <a:ext cx="12192000" cy="712398"/>
            <a:chOff x="0" y="11773587"/>
            <a:chExt cx="24384000" cy="1424796"/>
          </a:xfrm>
        </p:grpSpPr>
        <p:sp>
          <p:nvSpPr>
            <p:cNvPr id="11" name="Rectangle 10"/>
            <p:cNvSpPr/>
            <p:nvPr userDrawn="1"/>
          </p:nvSpPr>
          <p:spPr>
            <a:xfrm>
              <a:off x="0" y="11773587"/>
              <a:ext cx="24384000" cy="492442"/>
            </a:xfrm>
            <a:prstGeom prst="rect">
              <a:avLst/>
            </a:prstGeom>
            <a:solidFill>
              <a:schemeClr val="bg1"/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ctr">
              <a:spAutoFit/>
            </a:bodyPr>
            <a:lstStyle/>
            <a:p>
              <a:pPr marL="0" marR="0" indent="0" algn="ctr" defTabSz="41275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16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 Neue Medium"/>
              </a:endParaRPr>
            </a:p>
          </p:txBody>
        </p:sp>
        <p:pic>
          <p:nvPicPr>
            <p:cNvPr id="12" name="Image"/>
            <p:cNvPicPr>
              <a:picLocks noChangeAspect="1"/>
            </p:cNvPicPr>
            <p:nvPr userDrawn="1"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3311" y="12627832"/>
              <a:ext cx="3417301" cy="570551"/>
            </a:xfrm>
            <a:prstGeom prst="rect">
              <a:avLst/>
            </a:prstGeom>
            <a:ln w="12700">
              <a:miter lim="400000"/>
            </a:ln>
          </p:spPr>
        </p:pic>
      </p:grpSp>
    </p:spTree>
    <p:extLst>
      <p:ext uri="{BB962C8B-B14F-4D97-AF65-F5344CB8AC3E}">
        <p14:creationId xmlns:p14="http://schemas.microsoft.com/office/powerpoint/2010/main" val="2059526789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orient="horz" pos="4320">
          <p15:clr>
            <a:srgbClr val="FBAE40"/>
          </p15:clr>
        </p15:guide>
        <p15:guide id="2" pos="768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Line"/>
          <p:cNvSpPr/>
          <p:nvPr userDrawn="1"/>
        </p:nvSpPr>
        <p:spPr>
          <a:xfrm>
            <a:off x="337654" y="619237"/>
            <a:ext cx="571697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 sz="1600"/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3" hasCustomPrompt="1"/>
          </p:nvPr>
        </p:nvSpPr>
        <p:spPr>
          <a:xfrm>
            <a:off x="311340" y="364775"/>
            <a:ext cx="5415090" cy="22191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000" cap="all" baseline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Place project name here | DATE</a:t>
            </a:r>
            <a:endParaRPr lang="en-GB"/>
          </a:p>
        </p:txBody>
      </p:sp>
      <p:sp>
        <p:nvSpPr>
          <p:cNvPr id="9" name="Text Placeholder 2"/>
          <p:cNvSpPr>
            <a:spLocks noGrp="1"/>
          </p:cNvSpPr>
          <p:nvPr>
            <p:ph type="body" sz="quarter" idx="14" hasCustomPrompt="1"/>
          </p:nvPr>
        </p:nvSpPr>
        <p:spPr>
          <a:xfrm>
            <a:off x="311340" y="1349455"/>
            <a:ext cx="5415090" cy="540306"/>
          </a:xfrm>
          <a:prstGeom prst="rect">
            <a:avLst/>
          </a:prstGeom>
        </p:spPr>
        <p:txBody>
          <a:bodyPr/>
          <a:lstStyle>
            <a:lvl1pPr marL="0" marR="0" indent="0" algn="l" defTabSz="41275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4550" b="0" i="0" u="none" strike="noStrike" cap="none" spc="0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Playfair Display"/>
                <a:ea typeface="Playfair Display"/>
                <a:cs typeface="Playfair Display"/>
                <a:sym typeface="Helvetica Neue"/>
              </a:defRPr>
            </a:lvl1pPr>
          </a:lstStyle>
          <a:p>
            <a:pPr lvl="0"/>
            <a:r>
              <a:rPr lang="en-US"/>
              <a:t>Title goes here</a:t>
            </a:r>
          </a:p>
        </p:txBody>
      </p:sp>
      <p:sp>
        <p:nvSpPr>
          <p:cNvPr id="10" name="Text Placeholder 2"/>
          <p:cNvSpPr>
            <a:spLocks noGrp="1"/>
          </p:cNvSpPr>
          <p:nvPr>
            <p:ph type="body" sz="quarter" idx="15" hasCustomPrompt="1"/>
          </p:nvPr>
        </p:nvSpPr>
        <p:spPr>
          <a:xfrm>
            <a:off x="311340" y="2099192"/>
            <a:ext cx="5415090" cy="198239"/>
          </a:xfrm>
          <a:prstGeom prst="rect">
            <a:avLst/>
          </a:prstGeom>
        </p:spPr>
        <p:txBody>
          <a:bodyPr/>
          <a:lstStyle>
            <a:lvl1pPr marL="0" marR="0" indent="0" algn="l" defTabSz="41275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1600" b="0" i="0" u="none" strike="noStrike" cap="all" spc="0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Helvetica Neue"/>
              </a:defRPr>
            </a:lvl1pPr>
          </a:lstStyle>
          <a:p>
            <a:pPr lvl="0"/>
            <a:r>
              <a:rPr lang="en-US"/>
              <a:t>SUBTITLE GOES HERE</a:t>
            </a:r>
          </a:p>
        </p:txBody>
      </p:sp>
      <p:sp>
        <p:nvSpPr>
          <p:cNvPr id="11" name="Text Placeholder 2"/>
          <p:cNvSpPr>
            <a:spLocks noGrp="1"/>
          </p:cNvSpPr>
          <p:nvPr>
            <p:ph type="body" sz="quarter" idx="16" hasCustomPrompt="1"/>
          </p:nvPr>
        </p:nvSpPr>
        <p:spPr>
          <a:xfrm>
            <a:off x="337653" y="3215997"/>
            <a:ext cx="5415090" cy="2396218"/>
          </a:xfrm>
          <a:prstGeom prst="rect">
            <a:avLst/>
          </a:prstGeom>
        </p:spPr>
        <p:txBody>
          <a:bodyPr/>
          <a:lstStyle>
            <a:lvl1pPr marL="0" marR="0" indent="0" algn="l" defTabSz="41275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 kumimoji="0" lang="en-US" sz="1200" b="0" i="0" u="none" strike="noStrike" cap="none" spc="0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  <a:sym typeface="Helvetica Neue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</a:t>
            </a:r>
            <a:r>
              <a:rPr lang="en-US" err="1"/>
              <a:t>sed</a:t>
            </a:r>
            <a:r>
              <a:rPr lang="en-US"/>
              <a:t>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labore</a:t>
            </a:r>
            <a:r>
              <a:rPr lang="en-US"/>
              <a:t> et </a:t>
            </a:r>
            <a:r>
              <a:rPr lang="en-US" err="1"/>
              <a:t>dolore</a:t>
            </a:r>
            <a:r>
              <a:rPr lang="en-US"/>
              <a:t> magna </a:t>
            </a:r>
            <a:r>
              <a:rPr lang="en-US" err="1"/>
              <a:t>aliqua</a:t>
            </a:r>
            <a:r>
              <a:rPr lang="en-US"/>
              <a:t>.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exercitation </a:t>
            </a:r>
            <a:r>
              <a:rPr lang="en-US" err="1"/>
              <a:t>ullamco</a:t>
            </a:r>
            <a:r>
              <a:rPr lang="en-US"/>
              <a:t> </a:t>
            </a:r>
            <a:r>
              <a:rPr lang="en-US" err="1"/>
              <a:t>laboris</a:t>
            </a:r>
            <a:r>
              <a:rPr lang="en-US"/>
              <a:t> nisi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aliquip</a:t>
            </a:r>
            <a:r>
              <a:rPr lang="en-US"/>
              <a:t> ex </a:t>
            </a:r>
            <a:r>
              <a:rPr lang="en-US" err="1"/>
              <a:t>ea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  <a:r>
              <a:rPr lang="en-US" err="1"/>
              <a:t>Duis</a:t>
            </a:r>
            <a:r>
              <a:rPr lang="en-US"/>
              <a:t> </a:t>
            </a:r>
            <a:r>
              <a:rPr lang="en-US" err="1"/>
              <a:t>aute</a:t>
            </a:r>
            <a:r>
              <a:rPr lang="en-US"/>
              <a:t> </a:t>
            </a:r>
            <a:r>
              <a:rPr lang="en-US" err="1"/>
              <a:t>irure</a:t>
            </a:r>
            <a:r>
              <a:rPr lang="en-US"/>
              <a:t> dolor in </a:t>
            </a:r>
            <a:r>
              <a:rPr lang="en-US" err="1"/>
              <a:t>reprehenderit</a:t>
            </a:r>
            <a:r>
              <a:rPr lang="en-US"/>
              <a:t> in </a:t>
            </a:r>
            <a:r>
              <a:rPr lang="en-US" err="1"/>
              <a:t>voluptate</a:t>
            </a:r>
            <a:r>
              <a:rPr lang="en-US"/>
              <a:t> </a:t>
            </a:r>
            <a:r>
              <a:rPr lang="en-US" err="1"/>
              <a:t>velit</a:t>
            </a:r>
            <a:r>
              <a:rPr lang="en-US"/>
              <a:t> </a:t>
            </a:r>
            <a:r>
              <a:rPr lang="en-US" err="1"/>
              <a:t>esse</a:t>
            </a:r>
            <a:r>
              <a:rPr lang="en-US"/>
              <a:t> </a:t>
            </a:r>
            <a:r>
              <a:rPr lang="en-US" err="1"/>
              <a:t>cillum</a:t>
            </a:r>
            <a:r>
              <a:rPr lang="en-US"/>
              <a:t> </a:t>
            </a:r>
            <a:r>
              <a:rPr lang="en-US" err="1"/>
              <a:t>dolore</a:t>
            </a:r>
            <a:r>
              <a:rPr lang="en-US"/>
              <a:t> </a:t>
            </a:r>
            <a:r>
              <a:rPr lang="en-US" err="1"/>
              <a:t>eu</a:t>
            </a:r>
            <a:r>
              <a:rPr lang="en-US"/>
              <a:t> </a:t>
            </a:r>
            <a:r>
              <a:rPr lang="en-US" err="1"/>
              <a:t>fugiat</a:t>
            </a:r>
            <a:r>
              <a:rPr lang="en-US"/>
              <a:t> </a:t>
            </a:r>
            <a:r>
              <a:rPr lang="en-US" err="1"/>
              <a:t>nulla</a:t>
            </a:r>
            <a:r>
              <a:rPr lang="en-US"/>
              <a:t> </a:t>
            </a:r>
            <a:r>
              <a:rPr lang="en-US" err="1"/>
              <a:t>pariatur</a:t>
            </a:r>
            <a:r>
              <a:rPr lang="en-US"/>
              <a:t>. </a:t>
            </a:r>
            <a:r>
              <a:rPr lang="en-US" err="1"/>
              <a:t>Excepteur</a:t>
            </a:r>
            <a:r>
              <a:rPr lang="en-US"/>
              <a:t> </a:t>
            </a:r>
            <a:r>
              <a:rPr lang="en-US" err="1"/>
              <a:t>sint</a:t>
            </a:r>
            <a:r>
              <a:rPr lang="en-US"/>
              <a:t> </a:t>
            </a:r>
            <a:r>
              <a:rPr lang="en-US" err="1"/>
              <a:t>occaecat</a:t>
            </a:r>
            <a:r>
              <a:rPr lang="en-US"/>
              <a:t> </a:t>
            </a:r>
            <a:r>
              <a:rPr lang="en-US" err="1"/>
              <a:t>cupidatat</a:t>
            </a:r>
            <a:r>
              <a:rPr lang="en-US"/>
              <a:t> non </a:t>
            </a:r>
            <a:r>
              <a:rPr lang="en-US" err="1"/>
              <a:t>proident</a:t>
            </a:r>
            <a:r>
              <a:rPr lang="en-US"/>
              <a:t>, </a:t>
            </a:r>
            <a:r>
              <a:rPr lang="en-US" err="1"/>
              <a:t>sunt</a:t>
            </a:r>
            <a:r>
              <a:rPr lang="en-US"/>
              <a:t> in culpa qui </a:t>
            </a:r>
            <a:r>
              <a:rPr lang="en-US" err="1"/>
              <a:t>officia</a:t>
            </a:r>
            <a:r>
              <a:rPr lang="en-US"/>
              <a:t> </a:t>
            </a:r>
            <a:r>
              <a:rPr lang="en-US" err="1"/>
              <a:t>deserunt</a:t>
            </a:r>
            <a:r>
              <a:rPr lang="en-US"/>
              <a:t> </a:t>
            </a:r>
            <a:r>
              <a:rPr lang="en-US" err="1"/>
              <a:t>mollit</a:t>
            </a:r>
            <a:r>
              <a:rPr lang="en-US"/>
              <a:t> </a:t>
            </a:r>
            <a:r>
              <a:rPr lang="en-US" err="1"/>
              <a:t>anim</a:t>
            </a:r>
            <a:r>
              <a:rPr lang="en-US"/>
              <a:t> id </a:t>
            </a:r>
            <a:r>
              <a:rPr lang="en-US" err="1"/>
              <a:t>est</a:t>
            </a:r>
            <a:r>
              <a:rPr lang="en-US"/>
              <a:t> </a:t>
            </a:r>
            <a:r>
              <a:rPr lang="en-US" err="1"/>
              <a:t>laborum</a:t>
            </a:r>
            <a:r>
              <a:rPr lang="en-US"/>
              <a:t>.</a:t>
            </a:r>
          </a:p>
          <a:p>
            <a:pPr lvl="0"/>
            <a:r>
              <a:rPr lang="en-US" err="1"/>
              <a:t>Sed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perspiciatis</a:t>
            </a:r>
            <a:r>
              <a:rPr lang="en-US"/>
              <a:t> </a:t>
            </a:r>
            <a:r>
              <a:rPr lang="en-US" err="1"/>
              <a:t>unde</a:t>
            </a:r>
            <a:r>
              <a:rPr lang="en-US"/>
              <a:t> </a:t>
            </a:r>
            <a:r>
              <a:rPr lang="en-US" err="1"/>
              <a:t>omnis</a:t>
            </a:r>
            <a:r>
              <a:rPr lang="en-US"/>
              <a:t> </a:t>
            </a:r>
            <a:r>
              <a:rPr lang="en-US" err="1"/>
              <a:t>iste</a:t>
            </a:r>
            <a:r>
              <a:rPr lang="en-US"/>
              <a:t> </a:t>
            </a:r>
            <a:r>
              <a:rPr lang="en-US" err="1"/>
              <a:t>natus</a:t>
            </a:r>
            <a:r>
              <a:rPr lang="en-US"/>
              <a:t> error sit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accusantium</a:t>
            </a:r>
            <a:r>
              <a:rPr lang="en-US"/>
              <a:t> </a:t>
            </a:r>
            <a:r>
              <a:rPr lang="en-US" err="1"/>
              <a:t>doloremque</a:t>
            </a:r>
            <a:r>
              <a:rPr lang="en-US"/>
              <a:t> </a:t>
            </a:r>
            <a:r>
              <a:rPr lang="en-US" err="1"/>
              <a:t>laudantium</a:t>
            </a:r>
            <a:r>
              <a:rPr lang="en-US"/>
              <a:t>, </a:t>
            </a:r>
            <a:r>
              <a:rPr lang="en-US" err="1"/>
              <a:t>totam</a:t>
            </a:r>
            <a:r>
              <a:rPr lang="en-US"/>
              <a:t> rem </a:t>
            </a:r>
            <a:r>
              <a:rPr lang="en-US" err="1"/>
              <a:t>aperiam</a:t>
            </a:r>
            <a:r>
              <a:rPr lang="en-US"/>
              <a:t>, </a:t>
            </a:r>
            <a:r>
              <a:rPr lang="en-US" err="1"/>
              <a:t>eaque</a:t>
            </a:r>
            <a:r>
              <a:rPr lang="en-US"/>
              <a:t> </a:t>
            </a:r>
            <a:r>
              <a:rPr lang="en-US" err="1"/>
              <a:t>ipsa</a:t>
            </a:r>
            <a:r>
              <a:rPr lang="en-US"/>
              <a:t> quae ab </a:t>
            </a:r>
            <a:r>
              <a:rPr lang="en-US" err="1"/>
              <a:t>illo</a:t>
            </a:r>
            <a:r>
              <a:rPr lang="en-US"/>
              <a:t> </a:t>
            </a:r>
            <a:r>
              <a:rPr lang="en-US" err="1"/>
              <a:t>inventore</a:t>
            </a:r>
            <a:r>
              <a:rPr lang="en-US"/>
              <a:t> </a:t>
            </a:r>
            <a:r>
              <a:rPr lang="en-US" err="1"/>
              <a:t>veritatis</a:t>
            </a:r>
            <a:r>
              <a:rPr lang="en-US"/>
              <a:t> et quasi </a:t>
            </a:r>
            <a:r>
              <a:rPr lang="en-US" err="1"/>
              <a:t>architecto</a:t>
            </a:r>
            <a:r>
              <a:rPr lang="en-US"/>
              <a:t> </a:t>
            </a:r>
            <a:r>
              <a:rPr lang="en-US" err="1"/>
              <a:t>beatae</a:t>
            </a:r>
            <a:r>
              <a:rPr lang="en-US"/>
              <a:t> vitae dicta </a:t>
            </a:r>
            <a:r>
              <a:rPr lang="en-US" err="1"/>
              <a:t>sunt</a:t>
            </a:r>
            <a:r>
              <a:rPr lang="en-US"/>
              <a:t> </a:t>
            </a:r>
            <a:r>
              <a:rPr lang="en-US" err="1"/>
              <a:t>explicabo</a:t>
            </a:r>
            <a:r>
              <a:rPr lang="en-US"/>
              <a:t>. Nemo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ipsam</a:t>
            </a:r>
            <a:r>
              <a:rPr lang="en-US"/>
              <a:t>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quia</a:t>
            </a:r>
            <a:r>
              <a:rPr lang="en-US"/>
              <a:t> </a:t>
            </a:r>
            <a:r>
              <a:rPr lang="en-US" err="1"/>
              <a:t>voluptas</a:t>
            </a:r>
            <a:r>
              <a:rPr lang="en-US"/>
              <a:t> sit </a:t>
            </a:r>
            <a:r>
              <a:rPr lang="en-US" err="1"/>
              <a:t>aspernatur</a:t>
            </a:r>
            <a:endParaRPr lang="en-US"/>
          </a:p>
        </p:txBody>
      </p:sp>
      <p:sp>
        <p:nvSpPr>
          <p:cNvPr id="12" name="Text Placeholder 2"/>
          <p:cNvSpPr>
            <a:spLocks noGrp="1"/>
          </p:cNvSpPr>
          <p:nvPr>
            <p:ph type="body" sz="quarter" idx="17" hasCustomPrompt="1"/>
          </p:nvPr>
        </p:nvSpPr>
        <p:spPr>
          <a:xfrm>
            <a:off x="6288874" y="3215997"/>
            <a:ext cx="5415090" cy="2396218"/>
          </a:xfrm>
          <a:prstGeom prst="rect">
            <a:avLst/>
          </a:prstGeom>
        </p:spPr>
        <p:txBody>
          <a:bodyPr/>
          <a:lstStyle>
            <a:lvl1pPr marL="0" marR="0" indent="0" algn="l" defTabSz="41275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 kumimoji="0" lang="en-US" sz="1200" b="0" i="0" u="none" strike="noStrike" cap="none" spc="0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  <a:sym typeface="Helvetica Neue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</a:t>
            </a:r>
            <a:r>
              <a:rPr lang="en-US" err="1"/>
              <a:t>sed</a:t>
            </a:r>
            <a:r>
              <a:rPr lang="en-US"/>
              <a:t>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labore</a:t>
            </a:r>
            <a:r>
              <a:rPr lang="en-US"/>
              <a:t> et </a:t>
            </a:r>
            <a:r>
              <a:rPr lang="en-US" err="1"/>
              <a:t>dolore</a:t>
            </a:r>
            <a:r>
              <a:rPr lang="en-US"/>
              <a:t> magna </a:t>
            </a:r>
            <a:r>
              <a:rPr lang="en-US" err="1"/>
              <a:t>aliqua</a:t>
            </a:r>
            <a:r>
              <a:rPr lang="en-US"/>
              <a:t>.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exercitation </a:t>
            </a:r>
            <a:r>
              <a:rPr lang="en-US" err="1"/>
              <a:t>ullamco</a:t>
            </a:r>
            <a:r>
              <a:rPr lang="en-US"/>
              <a:t> </a:t>
            </a:r>
            <a:r>
              <a:rPr lang="en-US" err="1"/>
              <a:t>laboris</a:t>
            </a:r>
            <a:r>
              <a:rPr lang="en-US"/>
              <a:t> nisi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aliquip</a:t>
            </a:r>
            <a:r>
              <a:rPr lang="en-US"/>
              <a:t> ex </a:t>
            </a:r>
            <a:r>
              <a:rPr lang="en-US" err="1"/>
              <a:t>ea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  <a:r>
              <a:rPr lang="en-US" err="1"/>
              <a:t>Duis</a:t>
            </a:r>
            <a:r>
              <a:rPr lang="en-US"/>
              <a:t> </a:t>
            </a:r>
            <a:r>
              <a:rPr lang="en-US" err="1"/>
              <a:t>aute</a:t>
            </a:r>
            <a:r>
              <a:rPr lang="en-US"/>
              <a:t> </a:t>
            </a:r>
            <a:r>
              <a:rPr lang="en-US" err="1"/>
              <a:t>irure</a:t>
            </a:r>
            <a:r>
              <a:rPr lang="en-US"/>
              <a:t> dolor in </a:t>
            </a:r>
            <a:r>
              <a:rPr lang="en-US" err="1"/>
              <a:t>reprehenderit</a:t>
            </a:r>
            <a:r>
              <a:rPr lang="en-US"/>
              <a:t> in </a:t>
            </a:r>
            <a:r>
              <a:rPr lang="en-US" err="1"/>
              <a:t>voluptate</a:t>
            </a:r>
            <a:r>
              <a:rPr lang="en-US"/>
              <a:t> </a:t>
            </a:r>
            <a:r>
              <a:rPr lang="en-US" err="1"/>
              <a:t>velit</a:t>
            </a:r>
            <a:r>
              <a:rPr lang="en-US"/>
              <a:t> </a:t>
            </a:r>
            <a:r>
              <a:rPr lang="en-US" err="1"/>
              <a:t>esse</a:t>
            </a:r>
            <a:r>
              <a:rPr lang="en-US"/>
              <a:t> </a:t>
            </a:r>
            <a:r>
              <a:rPr lang="en-US" err="1"/>
              <a:t>cillum</a:t>
            </a:r>
            <a:r>
              <a:rPr lang="en-US"/>
              <a:t> </a:t>
            </a:r>
            <a:r>
              <a:rPr lang="en-US" err="1"/>
              <a:t>dolore</a:t>
            </a:r>
            <a:r>
              <a:rPr lang="en-US"/>
              <a:t> </a:t>
            </a:r>
            <a:r>
              <a:rPr lang="en-US" err="1"/>
              <a:t>eu</a:t>
            </a:r>
            <a:r>
              <a:rPr lang="en-US"/>
              <a:t> </a:t>
            </a:r>
            <a:r>
              <a:rPr lang="en-US" err="1"/>
              <a:t>fugiat</a:t>
            </a:r>
            <a:r>
              <a:rPr lang="en-US"/>
              <a:t> </a:t>
            </a:r>
            <a:r>
              <a:rPr lang="en-US" err="1"/>
              <a:t>nulla</a:t>
            </a:r>
            <a:r>
              <a:rPr lang="en-US"/>
              <a:t> </a:t>
            </a:r>
            <a:r>
              <a:rPr lang="en-US" err="1"/>
              <a:t>pariatur</a:t>
            </a:r>
            <a:r>
              <a:rPr lang="en-US"/>
              <a:t>. </a:t>
            </a:r>
            <a:r>
              <a:rPr lang="en-US" err="1"/>
              <a:t>Excepteur</a:t>
            </a:r>
            <a:r>
              <a:rPr lang="en-US"/>
              <a:t> </a:t>
            </a:r>
            <a:r>
              <a:rPr lang="en-US" err="1"/>
              <a:t>sint</a:t>
            </a:r>
            <a:r>
              <a:rPr lang="en-US"/>
              <a:t> </a:t>
            </a:r>
            <a:r>
              <a:rPr lang="en-US" err="1"/>
              <a:t>occaecat</a:t>
            </a:r>
            <a:r>
              <a:rPr lang="en-US"/>
              <a:t> </a:t>
            </a:r>
            <a:r>
              <a:rPr lang="en-US" err="1"/>
              <a:t>cupidatat</a:t>
            </a:r>
            <a:r>
              <a:rPr lang="en-US"/>
              <a:t> non </a:t>
            </a:r>
            <a:r>
              <a:rPr lang="en-US" err="1"/>
              <a:t>proident</a:t>
            </a:r>
            <a:r>
              <a:rPr lang="en-US"/>
              <a:t>, </a:t>
            </a:r>
            <a:r>
              <a:rPr lang="en-US" err="1"/>
              <a:t>sunt</a:t>
            </a:r>
            <a:r>
              <a:rPr lang="en-US"/>
              <a:t> in culpa qui </a:t>
            </a:r>
            <a:r>
              <a:rPr lang="en-US" err="1"/>
              <a:t>officia</a:t>
            </a:r>
            <a:r>
              <a:rPr lang="en-US"/>
              <a:t> </a:t>
            </a:r>
            <a:r>
              <a:rPr lang="en-US" err="1"/>
              <a:t>deserunt</a:t>
            </a:r>
            <a:r>
              <a:rPr lang="en-US"/>
              <a:t> </a:t>
            </a:r>
            <a:r>
              <a:rPr lang="en-US" err="1"/>
              <a:t>mollit</a:t>
            </a:r>
            <a:r>
              <a:rPr lang="en-US"/>
              <a:t> </a:t>
            </a:r>
            <a:r>
              <a:rPr lang="en-US" err="1"/>
              <a:t>anim</a:t>
            </a:r>
            <a:r>
              <a:rPr lang="en-US"/>
              <a:t> id </a:t>
            </a:r>
            <a:r>
              <a:rPr lang="en-US" err="1"/>
              <a:t>est</a:t>
            </a:r>
            <a:r>
              <a:rPr lang="en-US"/>
              <a:t> </a:t>
            </a:r>
            <a:r>
              <a:rPr lang="en-US" err="1"/>
              <a:t>laborum</a:t>
            </a:r>
            <a:r>
              <a:rPr lang="en-US"/>
              <a:t>.</a:t>
            </a:r>
          </a:p>
          <a:p>
            <a:pPr lvl="0"/>
            <a:r>
              <a:rPr lang="en-US" err="1"/>
              <a:t>Sed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perspiciatis</a:t>
            </a:r>
            <a:r>
              <a:rPr lang="en-US"/>
              <a:t> </a:t>
            </a:r>
            <a:r>
              <a:rPr lang="en-US" err="1"/>
              <a:t>unde</a:t>
            </a:r>
            <a:r>
              <a:rPr lang="en-US"/>
              <a:t> </a:t>
            </a:r>
            <a:r>
              <a:rPr lang="en-US" err="1"/>
              <a:t>omnis</a:t>
            </a:r>
            <a:r>
              <a:rPr lang="en-US"/>
              <a:t> </a:t>
            </a:r>
            <a:r>
              <a:rPr lang="en-US" err="1"/>
              <a:t>iste</a:t>
            </a:r>
            <a:r>
              <a:rPr lang="en-US"/>
              <a:t> </a:t>
            </a:r>
            <a:r>
              <a:rPr lang="en-US" err="1"/>
              <a:t>natus</a:t>
            </a:r>
            <a:r>
              <a:rPr lang="en-US"/>
              <a:t> error sit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accusantium</a:t>
            </a:r>
            <a:r>
              <a:rPr lang="en-US"/>
              <a:t> </a:t>
            </a:r>
            <a:r>
              <a:rPr lang="en-US" err="1"/>
              <a:t>doloremque</a:t>
            </a:r>
            <a:r>
              <a:rPr lang="en-US"/>
              <a:t> </a:t>
            </a:r>
            <a:r>
              <a:rPr lang="en-US" err="1"/>
              <a:t>laudantium</a:t>
            </a:r>
            <a:r>
              <a:rPr lang="en-US"/>
              <a:t>, </a:t>
            </a:r>
            <a:r>
              <a:rPr lang="en-US" err="1"/>
              <a:t>totam</a:t>
            </a:r>
            <a:r>
              <a:rPr lang="en-US"/>
              <a:t> rem </a:t>
            </a:r>
            <a:r>
              <a:rPr lang="en-US" err="1"/>
              <a:t>aperiam</a:t>
            </a:r>
            <a:r>
              <a:rPr lang="en-US"/>
              <a:t>, </a:t>
            </a:r>
            <a:r>
              <a:rPr lang="en-US" err="1"/>
              <a:t>eaque</a:t>
            </a:r>
            <a:r>
              <a:rPr lang="en-US"/>
              <a:t> </a:t>
            </a:r>
            <a:r>
              <a:rPr lang="en-US" err="1"/>
              <a:t>ipsa</a:t>
            </a:r>
            <a:r>
              <a:rPr lang="en-US"/>
              <a:t> quae ab </a:t>
            </a:r>
            <a:r>
              <a:rPr lang="en-US" err="1"/>
              <a:t>illo</a:t>
            </a:r>
            <a:r>
              <a:rPr lang="en-US"/>
              <a:t> </a:t>
            </a:r>
            <a:r>
              <a:rPr lang="en-US" err="1"/>
              <a:t>inventore</a:t>
            </a:r>
            <a:r>
              <a:rPr lang="en-US"/>
              <a:t> </a:t>
            </a:r>
            <a:r>
              <a:rPr lang="en-US" err="1"/>
              <a:t>veritatis</a:t>
            </a:r>
            <a:r>
              <a:rPr lang="en-US"/>
              <a:t> et quasi </a:t>
            </a:r>
            <a:r>
              <a:rPr lang="en-US" err="1"/>
              <a:t>architecto</a:t>
            </a:r>
            <a:r>
              <a:rPr lang="en-US"/>
              <a:t> </a:t>
            </a:r>
            <a:r>
              <a:rPr lang="en-US" err="1"/>
              <a:t>beatae</a:t>
            </a:r>
            <a:r>
              <a:rPr lang="en-US"/>
              <a:t> vitae dicta </a:t>
            </a:r>
            <a:r>
              <a:rPr lang="en-US" err="1"/>
              <a:t>sunt</a:t>
            </a:r>
            <a:r>
              <a:rPr lang="en-US"/>
              <a:t> </a:t>
            </a:r>
            <a:r>
              <a:rPr lang="en-US" err="1"/>
              <a:t>explicabo</a:t>
            </a:r>
            <a:r>
              <a:rPr lang="en-US"/>
              <a:t>. Nemo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ipsam</a:t>
            </a:r>
            <a:r>
              <a:rPr lang="en-US"/>
              <a:t>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quia</a:t>
            </a:r>
            <a:r>
              <a:rPr lang="en-US"/>
              <a:t> </a:t>
            </a:r>
            <a:r>
              <a:rPr lang="en-US" err="1"/>
              <a:t>voluptas</a:t>
            </a:r>
            <a:r>
              <a:rPr lang="en-US"/>
              <a:t> sit </a:t>
            </a:r>
            <a:r>
              <a:rPr lang="en-US" err="1"/>
              <a:t>aspernatur</a:t>
            </a:r>
            <a:endParaRPr lang="en-US"/>
          </a:p>
        </p:txBody>
      </p:sp>
      <p:sp>
        <p:nvSpPr>
          <p:cNvPr id="13" name="Rectangle 12"/>
          <p:cNvSpPr/>
          <p:nvPr userDrawn="1"/>
        </p:nvSpPr>
        <p:spPr>
          <a:xfrm>
            <a:off x="0" y="5886794"/>
            <a:ext cx="12192000" cy="246221"/>
          </a:xfrm>
          <a:prstGeom prst="rect">
            <a:avLst/>
          </a:prstGeom>
          <a:solidFill>
            <a:schemeClr val="tx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anchor="ctr">
            <a:spAutoFit/>
          </a:bodyPr>
          <a:lstStyle/>
          <a:p>
            <a:pPr marL="0" marR="0" indent="0" algn="ctr" defTabSz="41275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Neue Medium"/>
            </a:endParaRPr>
          </a:p>
        </p:txBody>
      </p:sp>
      <p:pic>
        <p:nvPicPr>
          <p:cNvPr id="14" name="Image" descr="Image"/>
          <p:cNvPicPr>
            <a:picLocks noChangeAspect="1"/>
          </p:cNvPicPr>
          <p:nvPr userDrawn="1"/>
        </p:nvPicPr>
        <p:blipFill>
          <a:blip/>
          <a:stretch>
            <a:fillRect/>
          </a:stretch>
        </p:blipFill>
        <p:spPr>
          <a:xfrm>
            <a:off x="311340" y="6313916"/>
            <a:ext cx="1709282" cy="285276"/>
          </a:xfrm>
          <a:prstGeom prst="rect">
            <a:avLst/>
          </a:prstGeom>
          <a:ln w="12700">
            <a:miter lim="400000"/>
          </a:ln>
        </p:spPr>
      </p:pic>
    </p:spTree>
    <p:extLst>
      <p:ext uri="{BB962C8B-B14F-4D97-AF65-F5344CB8AC3E}">
        <p14:creationId xmlns:p14="http://schemas.microsoft.com/office/powerpoint/2010/main" val="1158056559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ver 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11340" y="2157147"/>
            <a:ext cx="4675188" cy="1500426"/>
          </a:xfrm>
          <a:prstGeom prst="rect">
            <a:avLst/>
          </a:prstGeom>
        </p:spPr>
        <p:txBody>
          <a:bodyPr/>
          <a:lstStyle>
            <a:lvl1pPr marL="0" marR="0" indent="0" algn="l" defTabSz="41275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5600" b="1" i="0" u="none" strike="noStrike" cap="none" spc="0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Playfair Display"/>
                <a:ea typeface="Playfair Display"/>
                <a:cs typeface="Playfair Display"/>
                <a:sym typeface="Helvetica Neue"/>
              </a:defRPr>
            </a:lvl1pPr>
          </a:lstStyle>
          <a:p>
            <a:pPr lvl="0"/>
            <a:r>
              <a:rPr lang="en-US"/>
              <a:t>Cover title goes here</a:t>
            </a:r>
          </a:p>
        </p:txBody>
      </p:sp>
      <p:sp>
        <p:nvSpPr>
          <p:cNvPr id="6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311340" y="3722660"/>
            <a:ext cx="4675188" cy="681832"/>
          </a:xfrm>
          <a:prstGeom prst="rect">
            <a:avLst/>
          </a:prstGeom>
        </p:spPr>
        <p:txBody>
          <a:bodyPr/>
          <a:lstStyle>
            <a:lvl1pPr marL="0" marR="0" indent="0" algn="l" defTabSz="41275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GB" sz="1600" b="0" i="0" u="none" strike="noStrike" cap="all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Open Sans Light"/>
              </a:defRPr>
            </a:lvl1pPr>
            <a:lvl5pPr>
              <a:defRPr/>
            </a:lvl5pPr>
          </a:lstStyle>
          <a:p>
            <a:pPr lvl="0"/>
            <a:r>
              <a:rPr lang="en-US"/>
              <a:t>Subtitle goes here</a:t>
            </a:r>
            <a:endParaRPr lang="en-GB"/>
          </a:p>
        </p:txBody>
      </p:sp>
      <p:sp>
        <p:nvSpPr>
          <p:cNvPr id="15" name="Line"/>
          <p:cNvSpPr/>
          <p:nvPr userDrawn="1"/>
        </p:nvSpPr>
        <p:spPr>
          <a:xfrm>
            <a:off x="337654" y="619237"/>
            <a:ext cx="571697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 sz="1600"/>
          </a:p>
        </p:txBody>
      </p:sp>
      <p:sp>
        <p:nvSpPr>
          <p:cNvPr id="22" name="Text Placeholder 21"/>
          <p:cNvSpPr>
            <a:spLocks noGrp="1"/>
          </p:cNvSpPr>
          <p:nvPr>
            <p:ph type="body" sz="quarter" idx="12" hasCustomPrompt="1"/>
          </p:nvPr>
        </p:nvSpPr>
        <p:spPr>
          <a:xfrm>
            <a:off x="311340" y="364775"/>
            <a:ext cx="4824223" cy="22191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000" cap="all" baseline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Place project name here | DATE</a:t>
            </a:r>
            <a:endParaRPr lang="en-GB"/>
          </a:p>
        </p:txBody>
      </p:sp>
      <p:sp>
        <p:nvSpPr>
          <p:cNvPr id="7" name="Picture Placeholder 2"/>
          <p:cNvSpPr>
            <a:spLocks noGrp="1"/>
          </p:cNvSpPr>
          <p:nvPr>
            <p:ph type="pic" sz="quarter" idx="18" hasCustomPrompt="1"/>
          </p:nvPr>
        </p:nvSpPr>
        <p:spPr>
          <a:xfrm>
            <a:off x="6195060" y="-3810"/>
            <a:ext cx="5996940" cy="5917807"/>
          </a:xfrm>
          <a:prstGeom prst="rect">
            <a:avLst/>
          </a:prstGeom>
          <a:blipFill>
            <a:blip/>
            <a:stretch>
              <a:fillRect/>
            </a:stretch>
          </a:blipFill>
        </p:spPr>
        <p:txBody>
          <a:bodyPr anchor="ctr"/>
          <a:lstStyle>
            <a:lvl1pPr marL="0" indent="0" algn="ctr">
              <a:buNone/>
              <a:defRPr sz="1800" b="1" baseline="0">
                <a:solidFill>
                  <a:schemeClr val="bg1"/>
                </a:solidFill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r>
              <a:rPr lang="en-GB"/>
              <a:t>Double click to add </a:t>
            </a:r>
            <a:br>
              <a:rPr lang="en-GB"/>
            </a:br>
            <a:r>
              <a:rPr lang="en-GB"/>
              <a:t>your picture here</a:t>
            </a:r>
          </a:p>
        </p:txBody>
      </p:sp>
    </p:spTree>
    <p:extLst>
      <p:ext uri="{BB962C8B-B14F-4D97-AF65-F5344CB8AC3E}">
        <p14:creationId xmlns:p14="http://schemas.microsoft.com/office/powerpoint/2010/main" val="3641470343"/>
      </p:ext>
    </p:extLst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03">
    <p:bg>
      <p:bgPr>
        <a:solidFill>
          <a:srgbClr val="EE23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269430" y="4236720"/>
            <a:ext cx="11540621" cy="788671"/>
          </a:xfrm>
          <a:prstGeom prst="rect">
            <a:avLst/>
          </a:prstGeom>
        </p:spPr>
        <p:txBody>
          <a:bodyPr/>
          <a:lstStyle>
            <a:lvl1pPr marL="0" marR="0" indent="0" algn="l" defTabSz="41275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5600" b="1" i="0" u="none" strike="noStrike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Playfair Display"/>
                <a:ea typeface="Playfair Display"/>
                <a:cs typeface="Playfair Display"/>
                <a:sym typeface="Helvetica Neue"/>
              </a:defRPr>
            </a:lvl1pPr>
          </a:lstStyle>
          <a:p>
            <a:pPr lvl="0"/>
            <a:r>
              <a:rPr lang="en-US"/>
              <a:t>Cover title goes here</a:t>
            </a:r>
          </a:p>
        </p:txBody>
      </p:sp>
      <p:sp>
        <p:nvSpPr>
          <p:cNvPr id="6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269430" y="5090478"/>
            <a:ext cx="11540621" cy="681832"/>
          </a:xfrm>
          <a:prstGeom prst="rect">
            <a:avLst/>
          </a:prstGeom>
        </p:spPr>
        <p:txBody>
          <a:bodyPr/>
          <a:lstStyle>
            <a:lvl1pPr marL="0" marR="0" indent="0" algn="l" defTabSz="41275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GB" sz="1600" b="0" i="0" u="none" strike="noStrike" cap="all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Open Sans Light"/>
              </a:defRPr>
            </a:lvl1pPr>
            <a:lvl5pPr>
              <a:defRPr/>
            </a:lvl5pPr>
          </a:lstStyle>
          <a:p>
            <a:pPr lvl="0"/>
            <a:r>
              <a:rPr lang="en-US"/>
              <a:t>Subtitle goes here</a:t>
            </a:r>
            <a:endParaRPr lang="en-GB"/>
          </a:p>
        </p:txBody>
      </p:sp>
      <p:sp>
        <p:nvSpPr>
          <p:cNvPr id="15" name="Line"/>
          <p:cNvSpPr/>
          <p:nvPr userDrawn="1"/>
        </p:nvSpPr>
        <p:spPr>
          <a:xfrm>
            <a:off x="337654" y="619237"/>
            <a:ext cx="571697" cy="1"/>
          </a:xfrm>
          <a:prstGeom prst="line">
            <a:avLst/>
          </a:prstGeom>
          <a:ln w="25400">
            <a:solidFill>
              <a:schemeClr val="bg1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 sz="1600"/>
          </a:p>
        </p:txBody>
      </p:sp>
      <p:sp>
        <p:nvSpPr>
          <p:cNvPr id="16" name="Line"/>
          <p:cNvSpPr/>
          <p:nvPr userDrawn="1"/>
        </p:nvSpPr>
        <p:spPr>
          <a:xfrm>
            <a:off x="11280265" y="619237"/>
            <a:ext cx="571696" cy="1"/>
          </a:xfrm>
          <a:prstGeom prst="line">
            <a:avLst/>
          </a:prstGeom>
          <a:ln w="25400">
            <a:solidFill>
              <a:schemeClr val="bg1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 sz="1600"/>
          </a:p>
        </p:txBody>
      </p:sp>
      <p:sp>
        <p:nvSpPr>
          <p:cNvPr id="22" name="Text Placeholder 21"/>
          <p:cNvSpPr>
            <a:spLocks noGrp="1"/>
          </p:cNvSpPr>
          <p:nvPr>
            <p:ph type="body" sz="quarter" idx="12" hasCustomPrompt="1"/>
          </p:nvPr>
        </p:nvSpPr>
        <p:spPr>
          <a:xfrm>
            <a:off x="311340" y="364775"/>
            <a:ext cx="4824223" cy="22191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000" cap="all" baseline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Place project name here</a:t>
            </a:r>
            <a:endParaRPr lang="en-GB"/>
          </a:p>
        </p:txBody>
      </p:sp>
      <p:sp>
        <p:nvSpPr>
          <p:cNvPr id="24" name="Text Placeholder 23"/>
          <p:cNvSpPr>
            <a:spLocks noGrp="1"/>
          </p:cNvSpPr>
          <p:nvPr>
            <p:ph type="body" sz="quarter" idx="13" hasCustomPrompt="1"/>
          </p:nvPr>
        </p:nvSpPr>
        <p:spPr>
          <a:xfrm>
            <a:off x="7075170" y="364851"/>
            <a:ext cx="4776791" cy="221843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0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DATE | CARCAVELOS CAMPUS </a:t>
            </a:r>
            <a:endParaRPr lang="en-GB"/>
          </a:p>
        </p:txBody>
      </p:sp>
      <p:grpSp>
        <p:nvGrpSpPr>
          <p:cNvPr id="10" name="Group 9"/>
          <p:cNvGrpSpPr/>
          <p:nvPr userDrawn="1"/>
        </p:nvGrpSpPr>
        <p:grpSpPr>
          <a:xfrm>
            <a:off x="0" y="5870348"/>
            <a:ext cx="12192000" cy="712398"/>
            <a:chOff x="0" y="11773587"/>
            <a:chExt cx="24384000" cy="1424796"/>
          </a:xfrm>
        </p:grpSpPr>
        <p:sp>
          <p:nvSpPr>
            <p:cNvPr id="11" name="Rectangle 10"/>
            <p:cNvSpPr/>
            <p:nvPr userDrawn="1"/>
          </p:nvSpPr>
          <p:spPr>
            <a:xfrm>
              <a:off x="0" y="11773587"/>
              <a:ext cx="24384000" cy="492442"/>
            </a:xfrm>
            <a:prstGeom prst="rect">
              <a:avLst/>
            </a:prstGeom>
            <a:solidFill>
              <a:schemeClr val="bg1"/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ctr">
              <a:spAutoFit/>
            </a:bodyPr>
            <a:lstStyle/>
            <a:p>
              <a:pPr marL="0" marR="0" indent="0" algn="ctr" defTabSz="41275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16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 Neue Medium"/>
              </a:endParaRPr>
            </a:p>
          </p:txBody>
        </p:sp>
        <p:pic>
          <p:nvPicPr>
            <p:cNvPr id="12" name="Image"/>
            <p:cNvPicPr>
              <a:picLocks noChangeAspect="1"/>
            </p:cNvPicPr>
            <p:nvPr userDrawn="1"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3311" y="12627832"/>
              <a:ext cx="3417301" cy="570551"/>
            </a:xfrm>
            <a:prstGeom prst="rect">
              <a:avLst/>
            </a:prstGeom>
            <a:ln w="12700">
              <a:miter lim="400000"/>
            </a:ln>
          </p:spPr>
        </p:pic>
      </p:grpSp>
    </p:spTree>
    <p:extLst>
      <p:ext uri="{BB962C8B-B14F-4D97-AF65-F5344CB8AC3E}">
        <p14:creationId xmlns:p14="http://schemas.microsoft.com/office/powerpoint/2010/main" val="3844275857"/>
      </p:ext>
    </p:extLst>
  </p:cSld>
  <p:clrMapOvr>
    <a:masterClrMapping/>
  </p:clrMapOvr>
  <p:transition spd="med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 0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Line"/>
          <p:cNvSpPr/>
          <p:nvPr userDrawn="1"/>
        </p:nvSpPr>
        <p:spPr>
          <a:xfrm>
            <a:off x="337654" y="619237"/>
            <a:ext cx="571697" cy="1"/>
          </a:xfrm>
          <a:prstGeom prst="line">
            <a:avLst/>
          </a:prstGeom>
          <a:ln w="25400">
            <a:solidFill>
              <a:schemeClr val="bg1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 sz="1600"/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3" hasCustomPrompt="1"/>
          </p:nvPr>
        </p:nvSpPr>
        <p:spPr>
          <a:xfrm>
            <a:off x="311340" y="364775"/>
            <a:ext cx="5415090" cy="22191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000" cap="all" baseline="0">
                <a:solidFill>
                  <a:schemeClr val="bg1"/>
                </a:solidFill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lvl="0"/>
            <a:r>
              <a:rPr lang="en-US"/>
              <a:t>Place project name here | DATE</a:t>
            </a:r>
            <a:endParaRPr lang="en-GB"/>
          </a:p>
        </p:txBody>
      </p:sp>
      <p:sp>
        <p:nvSpPr>
          <p:cNvPr id="9" name="Text Placeholder 2"/>
          <p:cNvSpPr>
            <a:spLocks noGrp="1"/>
          </p:cNvSpPr>
          <p:nvPr>
            <p:ph type="body" sz="quarter" idx="14" hasCustomPrompt="1"/>
          </p:nvPr>
        </p:nvSpPr>
        <p:spPr>
          <a:xfrm>
            <a:off x="311340" y="1349455"/>
            <a:ext cx="5415090" cy="540306"/>
          </a:xfrm>
          <a:prstGeom prst="rect">
            <a:avLst/>
          </a:prstGeom>
        </p:spPr>
        <p:txBody>
          <a:bodyPr/>
          <a:lstStyle>
            <a:lvl1pPr marL="0" marR="0" indent="0" algn="l" defTabSz="41275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4550" b="0" i="0" u="none" strike="noStrike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Playfair Display"/>
                <a:ea typeface="Playfair Display"/>
                <a:cs typeface="Playfair Display"/>
                <a:sym typeface="Helvetica Neue"/>
              </a:defRPr>
            </a:lvl1pPr>
          </a:lstStyle>
          <a:p>
            <a:pPr lvl="0"/>
            <a:r>
              <a:rPr lang="en-US"/>
              <a:t>Title goes here</a:t>
            </a:r>
          </a:p>
        </p:txBody>
      </p:sp>
      <p:sp>
        <p:nvSpPr>
          <p:cNvPr id="10" name="Text Placeholder 2"/>
          <p:cNvSpPr>
            <a:spLocks noGrp="1"/>
          </p:cNvSpPr>
          <p:nvPr>
            <p:ph type="body" sz="quarter" idx="15" hasCustomPrompt="1"/>
          </p:nvPr>
        </p:nvSpPr>
        <p:spPr>
          <a:xfrm>
            <a:off x="311340" y="2099192"/>
            <a:ext cx="5415090" cy="198239"/>
          </a:xfrm>
          <a:prstGeom prst="rect">
            <a:avLst/>
          </a:prstGeom>
        </p:spPr>
        <p:txBody>
          <a:bodyPr/>
          <a:lstStyle>
            <a:lvl1pPr marL="0" marR="0" indent="0" algn="l" defTabSz="41275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1600" b="0" i="0" u="none" strike="noStrike" cap="all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  <a:sym typeface="Helvetica Neue"/>
              </a:defRPr>
            </a:lvl1pPr>
          </a:lstStyle>
          <a:p>
            <a:pPr lvl="0"/>
            <a:r>
              <a:rPr lang="en-US"/>
              <a:t>SUBTITLE GOES HERE</a:t>
            </a:r>
          </a:p>
        </p:txBody>
      </p:sp>
      <p:sp>
        <p:nvSpPr>
          <p:cNvPr id="11" name="Text Placeholder 2"/>
          <p:cNvSpPr>
            <a:spLocks noGrp="1"/>
          </p:cNvSpPr>
          <p:nvPr>
            <p:ph type="body" sz="quarter" idx="16" hasCustomPrompt="1"/>
          </p:nvPr>
        </p:nvSpPr>
        <p:spPr>
          <a:xfrm>
            <a:off x="337653" y="3215997"/>
            <a:ext cx="5415090" cy="2396218"/>
          </a:xfrm>
          <a:prstGeom prst="rect">
            <a:avLst/>
          </a:prstGeom>
        </p:spPr>
        <p:txBody>
          <a:bodyPr/>
          <a:lstStyle>
            <a:lvl1pPr marL="0" marR="0" indent="0" algn="l" defTabSz="41275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 kumimoji="0" lang="en-US" sz="1200" b="0" i="0" u="none" strike="noStrike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  <a:sym typeface="Helvetica Neue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</a:t>
            </a:r>
            <a:r>
              <a:rPr lang="en-US" err="1"/>
              <a:t>sed</a:t>
            </a:r>
            <a:r>
              <a:rPr lang="en-US"/>
              <a:t>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labore</a:t>
            </a:r>
            <a:r>
              <a:rPr lang="en-US"/>
              <a:t> et </a:t>
            </a:r>
            <a:r>
              <a:rPr lang="en-US" err="1"/>
              <a:t>dolore</a:t>
            </a:r>
            <a:r>
              <a:rPr lang="en-US"/>
              <a:t> magna </a:t>
            </a:r>
            <a:r>
              <a:rPr lang="en-US" err="1"/>
              <a:t>aliqua</a:t>
            </a:r>
            <a:r>
              <a:rPr lang="en-US"/>
              <a:t>.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exercitation </a:t>
            </a:r>
            <a:r>
              <a:rPr lang="en-US" err="1"/>
              <a:t>ullamco</a:t>
            </a:r>
            <a:r>
              <a:rPr lang="en-US"/>
              <a:t> </a:t>
            </a:r>
            <a:r>
              <a:rPr lang="en-US" err="1"/>
              <a:t>laboris</a:t>
            </a:r>
            <a:r>
              <a:rPr lang="en-US"/>
              <a:t> nisi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aliquip</a:t>
            </a:r>
            <a:r>
              <a:rPr lang="en-US"/>
              <a:t> ex </a:t>
            </a:r>
            <a:r>
              <a:rPr lang="en-US" err="1"/>
              <a:t>ea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  <a:r>
              <a:rPr lang="en-US" err="1"/>
              <a:t>Duis</a:t>
            </a:r>
            <a:r>
              <a:rPr lang="en-US"/>
              <a:t> </a:t>
            </a:r>
            <a:r>
              <a:rPr lang="en-US" err="1"/>
              <a:t>aute</a:t>
            </a:r>
            <a:r>
              <a:rPr lang="en-US"/>
              <a:t> </a:t>
            </a:r>
            <a:r>
              <a:rPr lang="en-US" err="1"/>
              <a:t>irure</a:t>
            </a:r>
            <a:r>
              <a:rPr lang="en-US"/>
              <a:t> dolor in </a:t>
            </a:r>
            <a:r>
              <a:rPr lang="en-US" err="1"/>
              <a:t>reprehenderit</a:t>
            </a:r>
            <a:r>
              <a:rPr lang="en-US"/>
              <a:t> in </a:t>
            </a:r>
            <a:r>
              <a:rPr lang="en-US" err="1"/>
              <a:t>voluptate</a:t>
            </a:r>
            <a:r>
              <a:rPr lang="en-US"/>
              <a:t> </a:t>
            </a:r>
            <a:r>
              <a:rPr lang="en-US" err="1"/>
              <a:t>velit</a:t>
            </a:r>
            <a:r>
              <a:rPr lang="en-US"/>
              <a:t> </a:t>
            </a:r>
            <a:r>
              <a:rPr lang="en-US" err="1"/>
              <a:t>esse</a:t>
            </a:r>
            <a:r>
              <a:rPr lang="en-US"/>
              <a:t> </a:t>
            </a:r>
            <a:r>
              <a:rPr lang="en-US" err="1"/>
              <a:t>cillum</a:t>
            </a:r>
            <a:r>
              <a:rPr lang="en-US"/>
              <a:t> </a:t>
            </a:r>
            <a:r>
              <a:rPr lang="en-US" err="1"/>
              <a:t>dolore</a:t>
            </a:r>
            <a:r>
              <a:rPr lang="en-US"/>
              <a:t> </a:t>
            </a:r>
            <a:r>
              <a:rPr lang="en-US" err="1"/>
              <a:t>eu</a:t>
            </a:r>
            <a:r>
              <a:rPr lang="en-US"/>
              <a:t> </a:t>
            </a:r>
            <a:r>
              <a:rPr lang="en-US" err="1"/>
              <a:t>fugiat</a:t>
            </a:r>
            <a:r>
              <a:rPr lang="en-US"/>
              <a:t> </a:t>
            </a:r>
            <a:r>
              <a:rPr lang="en-US" err="1"/>
              <a:t>nulla</a:t>
            </a:r>
            <a:r>
              <a:rPr lang="en-US"/>
              <a:t> </a:t>
            </a:r>
            <a:r>
              <a:rPr lang="en-US" err="1"/>
              <a:t>pariatur</a:t>
            </a:r>
            <a:r>
              <a:rPr lang="en-US"/>
              <a:t>. </a:t>
            </a:r>
            <a:r>
              <a:rPr lang="en-US" err="1"/>
              <a:t>Excepteur</a:t>
            </a:r>
            <a:r>
              <a:rPr lang="en-US"/>
              <a:t> </a:t>
            </a:r>
            <a:r>
              <a:rPr lang="en-US" err="1"/>
              <a:t>sint</a:t>
            </a:r>
            <a:r>
              <a:rPr lang="en-US"/>
              <a:t> </a:t>
            </a:r>
            <a:r>
              <a:rPr lang="en-US" err="1"/>
              <a:t>occaecat</a:t>
            </a:r>
            <a:r>
              <a:rPr lang="en-US"/>
              <a:t> </a:t>
            </a:r>
            <a:r>
              <a:rPr lang="en-US" err="1"/>
              <a:t>cupidatat</a:t>
            </a:r>
            <a:r>
              <a:rPr lang="en-US"/>
              <a:t> non </a:t>
            </a:r>
            <a:r>
              <a:rPr lang="en-US" err="1"/>
              <a:t>proident</a:t>
            </a:r>
            <a:r>
              <a:rPr lang="en-US"/>
              <a:t>, </a:t>
            </a:r>
            <a:r>
              <a:rPr lang="en-US" err="1"/>
              <a:t>sunt</a:t>
            </a:r>
            <a:r>
              <a:rPr lang="en-US"/>
              <a:t> in culpa qui </a:t>
            </a:r>
            <a:r>
              <a:rPr lang="en-US" err="1"/>
              <a:t>officia</a:t>
            </a:r>
            <a:r>
              <a:rPr lang="en-US"/>
              <a:t> </a:t>
            </a:r>
            <a:r>
              <a:rPr lang="en-US" err="1"/>
              <a:t>deserunt</a:t>
            </a:r>
            <a:r>
              <a:rPr lang="en-US"/>
              <a:t> </a:t>
            </a:r>
            <a:r>
              <a:rPr lang="en-US" err="1"/>
              <a:t>mollit</a:t>
            </a:r>
            <a:r>
              <a:rPr lang="en-US"/>
              <a:t> </a:t>
            </a:r>
            <a:r>
              <a:rPr lang="en-US" err="1"/>
              <a:t>anim</a:t>
            </a:r>
            <a:r>
              <a:rPr lang="en-US"/>
              <a:t> id </a:t>
            </a:r>
            <a:r>
              <a:rPr lang="en-US" err="1"/>
              <a:t>est</a:t>
            </a:r>
            <a:r>
              <a:rPr lang="en-US"/>
              <a:t> </a:t>
            </a:r>
            <a:r>
              <a:rPr lang="en-US" err="1"/>
              <a:t>laborum</a:t>
            </a:r>
            <a:r>
              <a:rPr lang="en-US"/>
              <a:t>.</a:t>
            </a:r>
          </a:p>
          <a:p>
            <a:pPr lvl="0"/>
            <a:r>
              <a:rPr lang="en-US" err="1"/>
              <a:t>Sed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perspiciatis</a:t>
            </a:r>
            <a:r>
              <a:rPr lang="en-US"/>
              <a:t> </a:t>
            </a:r>
            <a:r>
              <a:rPr lang="en-US" err="1"/>
              <a:t>unde</a:t>
            </a:r>
            <a:r>
              <a:rPr lang="en-US"/>
              <a:t> </a:t>
            </a:r>
            <a:r>
              <a:rPr lang="en-US" err="1"/>
              <a:t>omnis</a:t>
            </a:r>
            <a:r>
              <a:rPr lang="en-US"/>
              <a:t> </a:t>
            </a:r>
            <a:r>
              <a:rPr lang="en-US" err="1"/>
              <a:t>iste</a:t>
            </a:r>
            <a:r>
              <a:rPr lang="en-US"/>
              <a:t> </a:t>
            </a:r>
            <a:r>
              <a:rPr lang="en-US" err="1"/>
              <a:t>natus</a:t>
            </a:r>
            <a:r>
              <a:rPr lang="en-US"/>
              <a:t> error sit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accusantium</a:t>
            </a:r>
            <a:r>
              <a:rPr lang="en-US"/>
              <a:t> </a:t>
            </a:r>
            <a:r>
              <a:rPr lang="en-US" err="1"/>
              <a:t>doloremque</a:t>
            </a:r>
            <a:r>
              <a:rPr lang="en-US"/>
              <a:t> </a:t>
            </a:r>
            <a:r>
              <a:rPr lang="en-US" err="1"/>
              <a:t>laudantium</a:t>
            </a:r>
            <a:r>
              <a:rPr lang="en-US"/>
              <a:t>, </a:t>
            </a:r>
            <a:r>
              <a:rPr lang="en-US" err="1"/>
              <a:t>totam</a:t>
            </a:r>
            <a:r>
              <a:rPr lang="en-US"/>
              <a:t> rem </a:t>
            </a:r>
            <a:r>
              <a:rPr lang="en-US" err="1"/>
              <a:t>aperiam</a:t>
            </a:r>
            <a:r>
              <a:rPr lang="en-US"/>
              <a:t>, </a:t>
            </a:r>
            <a:r>
              <a:rPr lang="en-US" err="1"/>
              <a:t>eaque</a:t>
            </a:r>
            <a:r>
              <a:rPr lang="en-US"/>
              <a:t> </a:t>
            </a:r>
            <a:r>
              <a:rPr lang="en-US" err="1"/>
              <a:t>ipsa</a:t>
            </a:r>
            <a:r>
              <a:rPr lang="en-US"/>
              <a:t> quae ab </a:t>
            </a:r>
            <a:r>
              <a:rPr lang="en-US" err="1"/>
              <a:t>illo</a:t>
            </a:r>
            <a:r>
              <a:rPr lang="en-US"/>
              <a:t> </a:t>
            </a:r>
            <a:r>
              <a:rPr lang="en-US" err="1"/>
              <a:t>inventore</a:t>
            </a:r>
            <a:r>
              <a:rPr lang="en-US"/>
              <a:t> </a:t>
            </a:r>
            <a:r>
              <a:rPr lang="en-US" err="1"/>
              <a:t>veritatis</a:t>
            </a:r>
            <a:r>
              <a:rPr lang="en-US"/>
              <a:t> et quasi </a:t>
            </a:r>
            <a:r>
              <a:rPr lang="en-US" err="1"/>
              <a:t>architecto</a:t>
            </a:r>
            <a:r>
              <a:rPr lang="en-US"/>
              <a:t> </a:t>
            </a:r>
            <a:r>
              <a:rPr lang="en-US" err="1"/>
              <a:t>beatae</a:t>
            </a:r>
            <a:r>
              <a:rPr lang="en-US"/>
              <a:t> vitae dicta </a:t>
            </a:r>
            <a:r>
              <a:rPr lang="en-US" err="1"/>
              <a:t>sunt</a:t>
            </a:r>
            <a:r>
              <a:rPr lang="en-US"/>
              <a:t> </a:t>
            </a:r>
            <a:r>
              <a:rPr lang="en-US" err="1"/>
              <a:t>explicabo</a:t>
            </a:r>
            <a:r>
              <a:rPr lang="en-US"/>
              <a:t>. Nemo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ipsam</a:t>
            </a:r>
            <a:r>
              <a:rPr lang="en-US"/>
              <a:t>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quia</a:t>
            </a:r>
            <a:r>
              <a:rPr lang="en-US"/>
              <a:t> </a:t>
            </a:r>
            <a:r>
              <a:rPr lang="en-US" err="1"/>
              <a:t>voluptas</a:t>
            </a:r>
            <a:r>
              <a:rPr lang="en-US"/>
              <a:t> sit </a:t>
            </a:r>
            <a:r>
              <a:rPr lang="en-US" err="1"/>
              <a:t>aspernatur</a:t>
            </a:r>
            <a:endParaRPr lang="en-US"/>
          </a:p>
        </p:txBody>
      </p:sp>
      <p:sp>
        <p:nvSpPr>
          <p:cNvPr id="12" name="Text Placeholder 2"/>
          <p:cNvSpPr>
            <a:spLocks noGrp="1"/>
          </p:cNvSpPr>
          <p:nvPr>
            <p:ph type="body" sz="quarter" idx="17" hasCustomPrompt="1"/>
          </p:nvPr>
        </p:nvSpPr>
        <p:spPr>
          <a:xfrm>
            <a:off x="6288874" y="3215997"/>
            <a:ext cx="5415090" cy="2396218"/>
          </a:xfrm>
          <a:prstGeom prst="rect">
            <a:avLst/>
          </a:prstGeom>
        </p:spPr>
        <p:txBody>
          <a:bodyPr/>
          <a:lstStyle>
            <a:lvl1pPr marL="0" marR="0" indent="0" algn="l" defTabSz="41275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 kumimoji="0" lang="en-US" sz="1200" b="0" i="0" u="none" strike="noStrike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  <a:sym typeface="Helvetica Neue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</a:t>
            </a:r>
            <a:r>
              <a:rPr lang="en-US" err="1"/>
              <a:t>sed</a:t>
            </a:r>
            <a:r>
              <a:rPr lang="en-US"/>
              <a:t>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labore</a:t>
            </a:r>
            <a:r>
              <a:rPr lang="en-US"/>
              <a:t> et </a:t>
            </a:r>
            <a:r>
              <a:rPr lang="en-US" err="1"/>
              <a:t>dolore</a:t>
            </a:r>
            <a:r>
              <a:rPr lang="en-US"/>
              <a:t> magna </a:t>
            </a:r>
            <a:r>
              <a:rPr lang="en-US" err="1"/>
              <a:t>aliqua</a:t>
            </a:r>
            <a:r>
              <a:rPr lang="en-US"/>
              <a:t>.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exercitation </a:t>
            </a:r>
            <a:r>
              <a:rPr lang="en-US" err="1"/>
              <a:t>ullamco</a:t>
            </a:r>
            <a:r>
              <a:rPr lang="en-US"/>
              <a:t> </a:t>
            </a:r>
            <a:r>
              <a:rPr lang="en-US" err="1"/>
              <a:t>laboris</a:t>
            </a:r>
            <a:r>
              <a:rPr lang="en-US"/>
              <a:t> nisi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aliquip</a:t>
            </a:r>
            <a:r>
              <a:rPr lang="en-US"/>
              <a:t> ex </a:t>
            </a:r>
            <a:r>
              <a:rPr lang="en-US" err="1"/>
              <a:t>ea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  <a:r>
              <a:rPr lang="en-US" err="1"/>
              <a:t>Duis</a:t>
            </a:r>
            <a:r>
              <a:rPr lang="en-US"/>
              <a:t> </a:t>
            </a:r>
            <a:r>
              <a:rPr lang="en-US" err="1"/>
              <a:t>aute</a:t>
            </a:r>
            <a:r>
              <a:rPr lang="en-US"/>
              <a:t> </a:t>
            </a:r>
            <a:r>
              <a:rPr lang="en-US" err="1"/>
              <a:t>irure</a:t>
            </a:r>
            <a:r>
              <a:rPr lang="en-US"/>
              <a:t> dolor in </a:t>
            </a:r>
            <a:r>
              <a:rPr lang="en-US" err="1"/>
              <a:t>reprehenderit</a:t>
            </a:r>
            <a:r>
              <a:rPr lang="en-US"/>
              <a:t> in </a:t>
            </a:r>
            <a:r>
              <a:rPr lang="en-US" err="1"/>
              <a:t>voluptate</a:t>
            </a:r>
            <a:r>
              <a:rPr lang="en-US"/>
              <a:t> </a:t>
            </a:r>
            <a:r>
              <a:rPr lang="en-US" err="1"/>
              <a:t>velit</a:t>
            </a:r>
            <a:r>
              <a:rPr lang="en-US"/>
              <a:t> </a:t>
            </a:r>
            <a:r>
              <a:rPr lang="en-US" err="1"/>
              <a:t>esse</a:t>
            </a:r>
            <a:r>
              <a:rPr lang="en-US"/>
              <a:t> </a:t>
            </a:r>
            <a:r>
              <a:rPr lang="en-US" err="1"/>
              <a:t>cillum</a:t>
            </a:r>
            <a:r>
              <a:rPr lang="en-US"/>
              <a:t> </a:t>
            </a:r>
            <a:r>
              <a:rPr lang="en-US" err="1"/>
              <a:t>dolore</a:t>
            </a:r>
            <a:r>
              <a:rPr lang="en-US"/>
              <a:t> </a:t>
            </a:r>
            <a:r>
              <a:rPr lang="en-US" err="1"/>
              <a:t>eu</a:t>
            </a:r>
            <a:r>
              <a:rPr lang="en-US"/>
              <a:t> </a:t>
            </a:r>
            <a:r>
              <a:rPr lang="en-US" err="1"/>
              <a:t>fugiat</a:t>
            </a:r>
            <a:r>
              <a:rPr lang="en-US"/>
              <a:t> </a:t>
            </a:r>
            <a:r>
              <a:rPr lang="en-US" err="1"/>
              <a:t>nulla</a:t>
            </a:r>
            <a:r>
              <a:rPr lang="en-US"/>
              <a:t> </a:t>
            </a:r>
            <a:r>
              <a:rPr lang="en-US" err="1"/>
              <a:t>pariatur</a:t>
            </a:r>
            <a:r>
              <a:rPr lang="en-US"/>
              <a:t>. </a:t>
            </a:r>
            <a:r>
              <a:rPr lang="en-US" err="1"/>
              <a:t>Excepteur</a:t>
            </a:r>
            <a:r>
              <a:rPr lang="en-US"/>
              <a:t> </a:t>
            </a:r>
            <a:r>
              <a:rPr lang="en-US" err="1"/>
              <a:t>sint</a:t>
            </a:r>
            <a:r>
              <a:rPr lang="en-US"/>
              <a:t> </a:t>
            </a:r>
            <a:r>
              <a:rPr lang="en-US" err="1"/>
              <a:t>occaecat</a:t>
            </a:r>
            <a:r>
              <a:rPr lang="en-US"/>
              <a:t> </a:t>
            </a:r>
            <a:r>
              <a:rPr lang="en-US" err="1"/>
              <a:t>cupidatat</a:t>
            </a:r>
            <a:r>
              <a:rPr lang="en-US"/>
              <a:t> non </a:t>
            </a:r>
            <a:r>
              <a:rPr lang="en-US" err="1"/>
              <a:t>proident</a:t>
            </a:r>
            <a:r>
              <a:rPr lang="en-US"/>
              <a:t>, </a:t>
            </a:r>
            <a:r>
              <a:rPr lang="en-US" err="1"/>
              <a:t>sunt</a:t>
            </a:r>
            <a:r>
              <a:rPr lang="en-US"/>
              <a:t> in culpa qui </a:t>
            </a:r>
            <a:r>
              <a:rPr lang="en-US" err="1"/>
              <a:t>officia</a:t>
            </a:r>
            <a:r>
              <a:rPr lang="en-US"/>
              <a:t> </a:t>
            </a:r>
            <a:r>
              <a:rPr lang="en-US" err="1"/>
              <a:t>deserunt</a:t>
            </a:r>
            <a:r>
              <a:rPr lang="en-US"/>
              <a:t> </a:t>
            </a:r>
            <a:r>
              <a:rPr lang="en-US" err="1"/>
              <a:t>mollit</a:t>
            </a:r>
            <a:r>
              <a:rPr lang="en-US"/>
              <a:t> </a:t>
            </a:r>
            <a:r>
              <a:rPr lang="en-US" err="1"/>
              <a:t>anim</a:t>
            </a:r>
            <a:r>
              <a:rPr lang="en-US"/>
              <a:t> id </a:t>
            </a:r>
            <a:r>
              <a:rPr lang="en-US" err="1"/>
              <a:t>est</a:t>
            </a:r>
            <a:r>
              <a:rPr lang="en-US"/>
              <a:t> </a:t>
            </a:r>
            <a:r>
              <a:rPr lang="en-US" err="1"/>
              <a:t>laborum</a:t>
            </a:r>
            <a:r>
              <a:rPr lang="en-US"/>
              <a:t>.</a:t>
            </a:r>
          </a:p>
          <a:p>
            <a:pPr lvl="0"/>
            <a:r>
              <a:rPr lang="en-US" err="1"/>
              <a:t>Sed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perspiciatis</a:t>
            </a:r>
            <a:r>
              <a:rPr lang="en-US"/>
              <a:t> </a:t>
            </a:r>
            <a:r>
              <a:rPr lang="en-US" err="1"/>
              <a:t>unde</a:t>
            </a:r>
            <a:r>
              <a:rPr lang="en-US"/>
              <a:t> </a:t>
            </a:r>
            <a:r>
              <a:rPr lang="en-US" err="1"/>
              <a:t>omnis</a:t>
            </a:r>
            <a:r>
              <a:rPr lang="en-US"/>
              <a:t> </a:t>
            </a:r>
            <a:r>
              <a:rPr lang="en-US" err="1"/>
              <a:t>iste</a:t>
            </a:r>
            <a:r>
              <a:rPr lang="en-US"/>
              <a:t> </a:t>
            </a:r>
            <a:r>
              <a:rPr lang="en-US" err="1"/>
              <a:t>natus</a:t>
            </a:r>
            <a:r>
              <a:rPr lang="en-US"/>
              <a:t> error sit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accusantium</a:t>
            </a:r>
            <a:r>
              <a:rPr lang="en-US"/>
              <a:t> </a:t>
            </a:r>
            <a:r>
              <a:rPr lang="en-US" err="1"/>
              <a:t>doloremque</a:t>
            </a:r>
            <a:r>
              <a:rPr lang="en-US"/>
              <a:t> </a:t>
            </a:r>
            <a:r>
              <a:rPr lang="en-US" err="1"/>
              <a:t>laudantium</a:t>
            </a:r>
            <a:r>
              <a:rPr lang="en-US"/>
              <a:t>, </a:t>
            </a:r>
            <a:r>
              <a:rPr lang="en-US" err="1"/>
              <a:t>totam</a:t>
            </a:r>
            <a:r>
              <a:rPr lang="en-US"/>
              <a:t> rem </a:t>
            </a:r>
            <a:r>
              <a:rPr lang="en-US" err="1"/>
              <a:t>aperiam</a:t>
            </a:r>
            <a:r>
              <a:rPr lang="en-US"/>
              <a:t>, </a:t>
            </a:r>
            <a:r>
              <a:rPr lang="en-US" err="1"/>
              <a:t>eaque</a:t>
            </a:r>
            <a:r>
              <a:rPr lang="en-US"/>
              <a:t> </a:t>
            </a:r>
            <a:r>
              <a:rPr lang="en-US" err="1"/>
              <a:t>ipsa</a:t>
            </a:r>
            <a:r>
              <a:rPr lang="en-US"/>
              <a:t> quae ab </a:t>
            </a:r>
            <a:r>
              <a:rPr lang="en-US" err="1"/>
              <a:t>illo</a:t>
            </a:r>
            <a:r>
              <a:rPr lang="en-US"/>
              <a:t> </a:t>
            </a:r>
            <a:r>
              <a:rPr lang="en-US" err="1"/>
              <a:t>inventore</a:t>
            </a:r>
            <a:r>
              <a:rPr lang="en-US"/>
              <a:t> </a:t>
            </a:r>
            <a:r>
              <a:rPr lang="en-US" err="1"/>
              <a:t>veritatis</a:t>
            </a:r>
            <a:r>
              <a:rPr lang="en-US"/>
              <a:t> et quasi </a:t>
            </a:r>
            <a:r>
              <a:rPr lang="en-US" err="1"/>
              <a:t>architecto</a:t>
            </a:r>
            <a:r>
              <a:rPr lang="en-US"/>
              <a:t> </a:t>
            </a:r>
            <a:r>
              <a:rPr lang="en-US" err="1"/>
              <a:t>beatae</a:t>
            </a:r>
            <a:r>
              <a:rPr lang="en-US"/>
              <a:t> vitae dicta </a:t>
            </a:r>
            <a:r>
              <a:rPr lang="en-US" err="1"/>
              <a:t>sunt</a:t>
            </a:r>
            <a:r>
              <a:rPr lang="en-US"/>
              <a:t> </a:t>
            </a:r>
            <a:r>
              <a:rPr lang="en-US" err="1"/>
              <a:t>explicabo</a:t>
            </a:r>
            <a:r>
              <a:rPr lang="en-US"/>
              <a:t>. Nemo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ipsam</a:t>
            </a:r>
            <a:r>
              <a:rPr lang="en-US"/>
              <a:t>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quia</a:t>
            </a:r>
            <a:r>
              <a:rPr lang="en-US"/>
              <a:t> </a:t>
            </a:r>
            <a:r>
              <a:rPr lang="en-US" err="1"/>
              <a:t>voluptas</a:t>
            </a:r>
            <a:r>
              <a:rPr lang="en-US"/>
              <a:t> sit </a:t>
            </a:r>
            <a:r>
              <a:rPr lang="en-US" err="1"/>
              <a:t>aspernatur</a:t>
            </a:r>
            <a:endParaRPr lang="en-US"/>
          </a:p>
        </p:txBody>
      </p:sp>
      <p:grpSp>
        <p:nvGrpSpPr>
          <p:cNvPr id="14" name="Group 13"/>
          <p:cNvGrpSpPr/>
          <p:nvPr userDrawn="1"/>
        </p:nvGrpSpPr>
        <p:grpSpPr>
          <a:xfrm>
            <a:off x="0" y="5870348"/>
            <a:ext cx="12192000" cy="712398"/>
            <a:chOff x="0" y="11773587"/>
            <a:chExt cx="24384000" cy="1424796"/>
          </a:xfrm>
        </p:grpSpPr>
        <p:sp>
          <p:nvSpPr>
            <p:cNvPr id="15" name="Rectangle 14"/>
            <p:cNvSpPr/>
            <p:nvPr userDrawn="1"/>
          </p:nvSpPr>
          <p:spPr>
            <a:xfrm>
              <a:off x="0" y="11773587"/>
              <a:ext cx="24384000" cy="492442"/>
            </a:xfrm>
            <a:prstGeom prst="rect">
              <a:avLst/>
            </a:prstGeom>
            <a:solidFill>
              <a:schemeClr val="bg1"/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ctr">
              <a:spAutoFit/>
            </a:bodyPr>
            <a:lstStyle/>
            <a:p>
              <a:pPr marL="0" marR="0" indent="0" algn="ctr" defTabSz="41275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16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 Neue Medium"/>
              </a:endParaRPr>
            </a:p>
          </p:txBody>
        </p:sp>
        <p:pic>
          <p:nvPicPr>
            <p:cNvPr id="16" name="Image"/>
            <p:cNvPicPr>
              <a:picLocks noChangeAspect="1"/>
            </p:cNvPicPr>
            <p:nvPr userDrawn="1"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3311" y="12627832"/>
              <a:ext cx="3417301" cy="570551"/>
            </a:xfrm>
            <a:prstGeom prst="rect">
              <a:avLst/>
            </a:prstGeom>
            <a:ln w="12700">
              <a:miter lim="400000"/>
            </a:ln>
          </p:spPr>
        </p:pic>
      </p:grpSp>
    </p:spTree>
    <p:extLst>
      <p:ext uri="{BB962C8B-B14F-4D97-AF65-F5344CB8AC3E}">
        <p14:creationId xmlns:p14="http://schemas.microsoft.com/office/powerpoint/2010/main" val="1381382187"/>
      </p:ext>
    </p:extLst>
  </p:cSld>
  <p:clrMapOvr>
    <a:masterClrMapping/>
  </p:clrMapOvr>
  <p:transition spd="med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 04">
    <p:bg>
      <p:bgPr>
        <a:solidFill>
          <a:srgbClr val="EE23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Line"/>
          <p:cNvSpPr/>
          <p:nvPr userDrawn="1"/>
        </p:nvSpPr>
        <p:spPr>
          <a:xfrm>
            <a:off x="337654" y="619237"/>
            <a:ext cx="571697" cy="1"/>
          </a:xfrm>
          <a:prstGeom prst="line">
            <a:avLst/>
          </a:prstGeom>
          <a:ln w="25400">
            <a:solidFill>
              <a:schemeClr val="bg1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 sz="1600"/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3" hasCustomPrompt="1"/>
          </p:nvPr>
        </p:nvSpPr>
        <p:spPr>
          <a:xfrm>
            <a:off x="311340" y="364775"/>
            <a:ext cx="5415090" cy="22191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000" cap="all" baseline="0">
                <a:solidFill>
                  <a:schemeClr val="bg1"/>
                </a:solidFill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lvl="0"/>
            <a:r>
              <a:rPr lang="en-US"/>
              <a:t>Place project name here | DATE</a:t>
            </a:r>
            <a:endParaRPr lang="en-GB"/>
          </a:p>
        </p:txBody>
      </p:sp>
      <p:sp>
        <p:nvSpPr>
          <p:cNvPr id="9" name="Text Placeholder 2"/>
          <p:cNvSpPr>
            <a:spLocks noGrp="1"/>
          </p:cNvSpPr>
          <p:nvPr>
            <p:ph type="body" sz="quarter" idx="14" hasCustomPrompt="1"/>
          </p:nvPr>
        </p:nvSpPr>
        <p:spPr>
          <a:xfrm>
            <a:off x="311340" y="1349455"/>
            <a:ext cx="5415090" cy="540306"/>
          </a:xfrm>
          <a:prstGeom prst="rect">
            <a:avLst/>
          </a:prstGeom>
        </p:spPr>
        <p:txBody>
          <a:bodyPr/>
          <a:lstStyle>
            <a:lvl1pPr marL="0" marR="0" indent="0" algn="l" defTabSz="41275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4550" b="0" i="0" u="none" strike="noStrike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Playfair Display"/>
                <a:ea typeface="Playfair Display"/>
                <a:cs typeface="Playfair Display"/>
                <a:sym typeface="Helvetica Neue"/>
              </a:defRPr>
            </a:lvl1pPr>
          </a:lstStyle>
          <a:p>
            <a:pPr lvl="0"/>
            <a:r>
              <a:rPr lang="en-US"/>
              <a:t>Title goes here</a:t>
            </a:r>
          </a:p>
        </p:txBody>
      </p:sp>
      <p:sp>
        <p:nvSpPr>
          <p:cNvPr id="10" name="Text Placeholder 2"/>
          <p:cNvSpPr>
            <a:spLocks noGrp="1"/>
          </p:cNvSpPr>
          <p:nvPr>
            <p:ph type="body" sz="quarter" idx="15" hasCustomPrompt="1"/>
          </p:nvPr>
        </p:nvSpPr>
        <p:spPr>
          <a:xfrm>
            <a:off x="311340" y="2099192"/>
            <a:ext cx="5415090" cy="198239"/>
          </a:xfrm>
          <a:prstGeom prst="rect">
            <a:avLst/>
          </a:prstGeom>
        </p:spPr>
        <p:txBody>
          <a:bodyPr/>
          <a:lstStyle>
            <a:lvl1pPr marL="0" marR="0" indent="0" algn="l" defTabSz="41275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1600" b="0" i="0" u="none" strike="noStrike" cap="all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  <a:sym typeface="Helvetica Neue"/>
              </a:defRPr>
            </a:lvl1pPr>
          </a:lstStyle>
          <a:p>
            <a:pPr lvl="0"/>
            <a:r>
              <a:rPr lang="en-US"/>
              <a:t>SUBTITLE GOES HERE</a:t>
            </a:r>
          </a:p>
        </p:txBody>
      </p:sp>
      <p:sp>
        <p:nvSpPr>
          <p:cNvPr id="11" name="Text Placeholder 2"/>
          <p:cNvSpPr>
            <a:spLocks noGrp="1"/>
          </p:cNvSpPr>
          <p:nvPr>
            <p:ph type="body" sz="quarter" idx="16" hasCustomPrompt="1"/>
          </p:nvPr>
        </p:nvSpPr>
        <p:spPr>
          <a:xfrm>
            <a:off x="337653" y="3215997"/>
            <a:ext cx="5415090" cy="2396218"/>
          </a:xfrm>
          <a:prstGeom prst="rect">
            <a:avLst/>
          </a:prstGeom>
        </p:spPr>
        <p:txBody>
          <a:bodyPr/>
          <a:lstStyle>
            <a:lvl1pPr marL="0" marR="0" indent="0" algn="l" defTabSz="41275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 kumimoji="0" lang="en-US" sz="1200" b="0" i="0" u="none" strike="noStrike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  <a:sym typeface="Helvetica Neue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</a:t>
            </a:r>
            <a:r>
              <a:rPr lang="en-US" err="1"/>
              <a:t>sed</a:t>
            </a:r>
            <a:r>
              <a:rPr lang="en-US"/>
              <a:t>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labore</a:t>
            </a:r>
            <a:r>
              <a:rPr lang="en-US"/>
              <a:t> et </a:t>
            </a:r>
            <a:r>
              <a:rPr lang="en-US" err="1"/>
              <a:t>dolore</a:t>
            </a:r>
            <a:r>
              <a:rPr lang="en-US"/>
              <a:t> magna </a:t>
            </a:r>
            <a:r>
              <a:rPr lang="en-US" err="1"/>
              <a:t>aliqua</a:t>
            </a:r>
            <a:r>
              <a:rPr lang="en-US"/>
              <a:t>.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exercitation </a:t>
            </a:r>
            <a:r>
              <a:rPr lang="en-US" err="1"/>
              <a:t>ullamco</a:t>
            </a:r>
            <a:r>
              <a:rPr lang="en-US"/>
              <a:t> </a:t>
            </a:r>
            <a:r>
              <a:rPr lang="en-US" err="1"/>
              <a:t>laboris</a:t>
            </a:r>
            <a:r>
              <a:rPr lang="en-US"/>
              <a:t> nisi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aliquip</a:t>
            </a:r>
            <a:r>
              <a:rPr lang="en-US"/>
              <a:t> ex </a:t>
            </a:r>
            <a:r>
              <a:rPr lang="en-US" err="1"/>
              <a:t>ea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  <a:r>
              <a:rPr lang="en-US" err="1"/>
              <a:t>Duis</a:t>
            </a:r>
            <a:r>
              <a:rPr lang="en-US"/>
              <a:t> </a:t>
            </a:r>
            <a:r>
              <a:rPr lang="en-US" err="1"/>
              <a:t>aute</a:t>
            </a:r>
            <a:r>
              <a:rPr lang="en-US"/>
              <a:t> </a:t>
            </a:r>
            <a:r>
              <a:rPr lang="en-US" err="1"/>
              <a:t>irure</a:t>
            </a:r>
            <a:r>
              <a:rPr lang="en-US"/>
              <a:t> dolor in </a:t>
            </a:r>
            <a:r>
              <a:rPr lang="en-US" err="1"/>
              <a:t>reprehenderit</a:t>
            </a:r>
            <a:r>
              <a:rPr lang="en-US"/>
              <a:t> in </a:t>
            </a:r>
            <a:r>
              <a:rPr lang="en-US" err="1"/>
              <a:t>voluptate</a:t>
            </a:r>
            <a:r>
              <a:rPr lang="en-US"/>
              <a:t> </a:t>
            </a:r>
            <a:r>
              <a:rPr lang="en-US" err="1"/>
              <a:t>velit</a:t>
            </a:r>
            <a:r>
              <a:rPr lang="en-US"/>
              <a:t> </a:t>
            </a:r>
            <a:r>
              <a:rPr lang="en-US" err="1"/>
              <a:t>esse</a:t>
            </a:r>
            <a:r>
              <a:rPr lang="en-US"/>
              <a:t> </a:t>
            </a:r>
            <a:r>
              <a:rPr lang="en-US" err="1"/>
              <a:t>cillum</a:t>
            </a:r>
            <a:r>
              <a:rPr lang="en-US"/>
              <a:t> </a:t>
            </a:r>
            <a:r>
              <a:rPr lang="en-US" err="1"/>
              <a:t>dolore</a:t>
            </a:r>
            <a:r>
              <a:rPr lang="en-US"/>
              <a:t> </a:t>
            </a:r>
            <a:r>
              <a:rPr lang="en-US" err="1"/>
              <a:t>eu</a:t>
            </a:r>
            <a:r>
              <a:rPr lang="en-US"/>
              <a:t> </a:t>
            </a:r>
            <a:r>
              <a:rPr lang="en-US" err="1"/>
              <a:t>fugiat</a:t>
            </a:r>
            <a:r>
              <a:rPr lang="en-US"/>
              <a:t> </a:t>
            </a:r>
            <a:r>
              <a:rPr lang="en-US" err="1"/>
              <a:t>nulla</a:t>
            </a:r>
            <a:r>
              <a:rPr lang="en-US"/>
              <a:t> </a:t>
            </a:r>
            <a:r>
              <a:rPr lang="en-US" err="1"/>
              <a:t>pariatur</a:t>
            </a:r>
            <a:r>
              <a:rPr lang="en-US"/>
              <a:t>. </a:t>
            </a:r>
            <a:r>
              <a:rPr lang="en-US" err="1"/>
              <a:t>Excepteur</a:t>
            </a:r>
            <a:r>
              <a:rPr lang="en-US"/>
              <a:t> </a:t>
            </a:r>
            <a:r>
              <a:rPr lang="en-US" err="1"/>
              <a:t>sint</a:t>
            </a:r>
            <a:r>
              <a:rPr lang="en-US"/>
              <a:t> </a:t>
            </a:r>
            <a:r>
              <a:rPr lang="en-US" err="1"/>
              <a:t>occaecat</a:t>
            </a:r>
            <a:r>
              <a:rPr lang="en-US"/>
              <a:t> </a:t>
            </a:r>
            <a:r>
              <a:rPr lang="en-US" err="1"/>
              <a:t>cupidatat</a:t>
            </a:r>
            <a:r>
              <a:rPr lang="en-US"/>
              <a:t> non </a:t>
            </a:r>
            <a:r>
              <a:rPr lang="en-US" err="1"/>
              <a:t>proident</a:t>
            </a:r>
            <a:r>
              <a:rPr lang="en-US"/>
              <a:t>, </a:t>
            </a:r>
            <a:r>
              <a:rPr lang="en-US" err="1"/>
              <a:t>sunt</a:t>
            </a:r>
            <a:r>
              <a:rPr lang="en-US"/>
              <a:t> in culpa qui </a:t>
            </a:r>
            <a:r>
              <a:rPr lang="en-US" err="1"/>
              <a:t>officia</a:t>
            </a:r>
            <a:r>
              <a:rPr lang="en-US"/>
              <a:t> </a:t>
            </a:r>
            <a:r>
              <a:rPr lang="en-US" err="1"/>
              <a:t>deserunt</a:t>
            </a:r>
            <a:r>
              <a:rPr lang="en-US"/>
              <a:t> </a:t>
            </a:r>
            <a:r>
              <a:rPr lang="en-US" err="1"/>
              <a:t>mollit</a:t>
            </a:r>
            <a:r>
              <a:rPr lang="en-US"/>
              <a:t> </a:t>
            </a:r>
            <a:r>
              <a:rPr lang="en-US" err="1"/>
              <a:t>anim</a:t>
            </a:r>
            <a:r>
              <a:rPr lang="en-US"/>
              <a:t> id </a:t>
            </a:r>
            <a:r>
              <a:rPr lang="en-US" err="1"/>
              <a:t>est</a:t>
            </a:r>
            <a:r>
              <a:rPr lang="en-US"/>
              <a:t> </a:t>
            </a:r>
            <a:r>
              <a:rPr lang="en-US" err="1"/>
              <a:t>laborum</a:t>
            </a:r>
            <a:r>
              <a:rPr lang="en-US"/>
              <a:t>.</a:t>
            </a:r>
          </a:p>
          <a:p>
            <a:pPr lvl="0"/>
            <a:r>
              <a:rPr lang="en-US" err="1"/>
              <a:t>Sed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perspiciatis</a:t>
            </a:r>
            <a:r>
              <a:rPr lang="en-US"/>
              <a:t> </a:t>
            </a:r>
            <a:r>
              <a:rPr lang="en-US" err="1"/>
              <a:t>unde</a:t>
            </a:r>
            <a:r>
              <a:rPr lang="en-US"/>
              <a:t> </a:t>
            </a:r>
            <a:r>
              <a:rPr lang="en-US" err="1"/>
              <a:t>omnis</a:t>
            </a:r>
            <a:r>
              <a:rPr lang="en-US"/>
              <a:t> </a:t>
            </a:r>
            <a:r>
              <a:rPr lang="en-US" err="1"/>
              <a:t>iste</a:t>
            </a:r>
            <a:r>
              <a:rPr lang="en-US"/>
              <a:t> </a:t>
            </a:r>
            <a:r>
              <a:rPr lang="en-US" err="1"/>
              <a:t>natus</a:t>
            </a:r>
            <a:r>
              <a:rPr lang="en-US"/>
              <a:t> error sit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accusantium</a:t>
            </a:r>
            <a:r>
              <a:rPr lang="en-US"/>
              <a:t> </a:t>
            </a:r>
            <a:r>
              <a:rPr lang="en-US" err="1"/>
              <a:t>doloremque</a:t>
            </a:r>
            <a:r>
              <a:rPr lang="en-US"/>
              <a:t> </a:t>
            </a:r>
            <a:r>
              <a:rPr lang="en-US" err="1"/>
              <a:t>laudantium</a:t>
            </a:r>
            <a:r>
              <a:rPr lang="en-US"/>
              <a:t>, </a:t>
            </a:r>
            <a:r>
              <a:rPr lang="en-US" err="1"/>
              <a:t>totam</a:t>
            </a:r>
            <a:r>
              <a:rPr lang="en-US"/>
              <a:t> rem </a:t>
            </a:r>
            <a:r>
              <a:rPr lang="en-US" err="1"/>
              <a:t>aperiam</a:t>
            </a:r>
            <a:r>
              <a:rPr lang="en-US"/>
              <a:t>, </a:t>
            </a:r>
            <a:r>
              <a:rPr lang="en-US" err="1"/>
              <a:t>eaque</a:t>
            </a:r>
            <a:r>
              <a:rPr lang="en-US"/>
              <a:t> </a:t>
            </a:r>
            <a:r>
              <a:rPr lang="en-US" err="1"/>
              <a:t>ipsa</a:t>
            </a:r>
            <a:r>
              <a:rPr lang="en-US"/>
              <a:t> quae ab </a:t>
            </a:r>
            <a:r>
              <a:rPr lang="en-US" err="1"/>
              <a:t>illo</a:t>
            </a:r>
            <a:r>
              <a:rPr lang="en-US"/>
              <a:t> </a:t>
            </a:r>
            <a:r>
              <a:rPr lang="en-US" err="1"/>
              <a:t>inventore</a:t>
            </a:r>
            <a:r>
              <a:rPr lang="en-US"/>
              <a:t> </a:t>
            </a:r>
            <a:r>
              <a:rPr lang="en-US" err="1"/>
              <a:t>veritatis</a:t>
            </a:r>
            <a:r>
              <a:rPr lang="en-US"/>
              <a:t> et quasi </a:t>
            </a:r>
            <a:r>
              <a:rPr lang="en-US" err="1"/>
              <a:t>architecto</a:t>
            </a:r>
            <a:r>
              <a:rPr lang="en-US"/>
              <a:t> </a:t>
            </a:r>
            <a:r>
              <a:rPr lang="en-US" err="1"/>
              <a:t>beatae</a:t>
            </a:r>
            <a:r>
              <a:rPr lang="en-US"/>
              <a:t> vitae dicta </a:t>
            </a:r>
            <a:r>
              <a:rPr lang="en-US" err="1"/>
              <a:t>sunt</a:t>
            </a:r>
            <a:r>
              <a:rPr lang="en-US"/>
              <a:t> </a:t>
            </a:r>
            <a:r>
              <a:rPr lang="en-US" err="1"/>
              <a:t>explicabo</a:t>
            </a:r>
            <a:r>
              <a:rPr lang="en-US"/>
              <a:t>. Nemo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ipsam</a:t>
            </a:r>
            <a:r>
              <a:rPr lang="en-US"/>
              <a:t>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quia</a:t>
            </a:r>
            <a:r>
              <a:rPr lang="en-US"/>
              <a:t> </a:t>
            </a:r>
            <a:r>
              <a:rPr lang="en-US" err="1"/>
              <a:t>voluptas</a:t>
            </a:r>
            <a:r>
              <a:rPr lang="en-US"/>
              <a:t> sit </a:t>
            </a:r>
            <a:r>
              <a:rPr lang="en-US" err="1"/>
              <a:t>aspernatur</a:t>
            </a:r>
            <a:endParaRPr lang="en-US"/>
          </a:p>
        </p:txBody>
      </p:sp>
      <p:sp>
        <p:nvSpPr>
          <p:cNvPr id="12" name="Text Placeholder 2"/>
          <p:cNvSpPr>
            <a:spLocks noGrp="1"/>
          </p:cNvSpPr>
          <p:nvPr>
            <p:ph type="body" sz="quarter" idx="17" hasCustomPrompt="1"/>
          </p:nvPr>
        </p:nvSpPr>
        <p:spPr>
          <a:xfrm>
            <a:off x="6288874" y="3215997"/>
            <a:ext cx="5415090" cy="2396218"/>
          </a:xfrm>
          <a:prstGeom prst="rect">
            <a:avLst/>
          </a:prstGeom>
        </p:spPr>
        <p:txBody>
          <a:bodyPr/>
          <a:lstStyle>
            <a:lvl1pPr marL="0" marR="0" indent="0" algn="l" defTabSz="41275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 kumimoji="0" lang="en-US" sz="1200" b="0" i="0" u="none" strike="noStrike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  <a:sym typeface="Helvetica Neue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</a:t>
            </a:r>
            <a:r>
              <a:rPr lang="en-US" err="1"/>
              <a:t>sed</a:t>
            </a:r>
            <a:r>
              <a:rPr lang="en-US"/>
              <a:t>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labore</a:t>
            </a:r>
            <a:r>
              <a:rPr lang="en-US"/>
              <a:t> et </a:t>
            </a:r>
            <a:r>
              <a:rPr lang="en-US" err="1"/>
              <a:t>dolore</a:t>
            </a:r>
            <a:r>
              <a:rPr lang="en-US"/>
              <a:t> magna </a:t>
            </a:r>
            <a:r>
              <a:rPr lang="en-US" err="1"/>
              <a:t>aliqua</a:t>
            </a:r>
            <a:r>
              <a:rPr lang="en-US"/>
              <a:t>.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exercitation </a:t>
            </a:r>
            <a:r>
              <a:rPr lang="en-US" err="1"/>
              <a:t>ullamco</a:t>
            </a:r>
            <a:r>
              <a:rPr lang="en-US"/>
              <a:t> </a:t>
            </a:r>
            <a:r>
              <a:rPr lang="en-US" err="1"/>
              <a:t>laboris</a:t>
            </a:r>
            <a:r>
              <a:rPr lang="en-US"/>
              <a:t> nisi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aliquip</a:t>
            </a:r>
            <a:r>
              <a:rPr lang="en-US"/>
              <a:t> ex </a:t>
            </a:r>
            <a:r>
              <a:rPr lang="en-US" err="1"/>
              <a:t>ea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  <a:r>
              <a:rPr lang="en-US" err="1"/>
              <a:t>Duis</a:t>
            </a:r>
            <a:r>
              <a:rPr lang="en-US"/>
              <a:t> </a:t>
            </a:r>
            <a:r>
              <a:rPr lang="en-US" err="1"/>
              <a:t>aute</a:t>
            </a:r>
            <a:r>
              <a:rPr lang="en-US"/>
              <a:t> </a:t>
            </a:r>
            <a:r>
              <a:rPr lang="en-US" err="1"/>
              <a:t>irure</a:t>
            </a:r>
            <a:r>
              <a:rPr lang="en-US"/>
              <a:t> dolor in </a:t>
            </a:r>
            <a:r>
              <a:rPr lang="en-US" err="1"/>
              <a:t>reprehenderit</a:t>
            </a:r>
            <a:r>
              <a:rPr lang="en-US"/>
              <a:t> in </a:t>
            </a:r>
            <a:r>
              <a:rPr lang="en-US" err="1"/>
              <a:t>voluptate</a:t>
            </a:r>
            <a:r>
              <a:rPr lang="en-US"/>
              <a:t> </a:t>
            </a:r>
            <a:r>
              <a:rPr lang="en-US" err="1"/>
              <a:t>velit</a:t>
            </a:r>
            <a:r>
              <a:rPr lang="en-US"/>
              <a:t> </a:t>
            </a:r>
            <a:r>
              <a:rPr lang="en-US" err="1"/>
              <a:t>esse</a:t>
            </a:r>
            <a:r>
              <a:rPr lang="en-US"/>
              <a:t> </a:t>
            </a:r>
            <a:r>
              <a:rPr lang="en-US" err="1"/>
              <a:t>cillum</a:t>
            </a:r>
            <a:r>
              <a:rPr lang="en-US"/>
              <a:t> </a:t>
            </a:r>
            <a:r>
              <a:rPr lang="en-US" err="1"/>
              <a:t>dolore</a:t>
            </a:r>
            <a:r>
              <a:rPr lang="en-US"/>
              <a:t> </a:t>
            </a:r>
            <a:r>
              <a:rPr lang="en-US" err="1"/>
              <a:t>eu</a:t>
            </a:r>
            <a:r>
              <a:rPr lang="en-US"/>
              <a:t> </a:t>
            </a:r>
            <a:r>
              <a:rPr lang="en-US" err="1"/>
              <a:t>fugiat</a:t>
            </a:r>
            <a:r>
              <a:rPr lang="en-US"/>
              <a:t> </a:t>
            </a:r>
            <a:r>
              <a:rPr lang="en-US" err="1"/>
              <a:t>nulla</a:t>
            </a:r>
            <a:r>
              <a:rPr lang="en-US"/>
              <a:t> </a:t>
            </a:r>
            <a:r>
              <a:rPr lang="en-US" err="1"/>
              <a:t>pariatur</a:t>
            </a:r>
            <a:r>
              <a:rPr lang="en-US"/>
              <a:t>. </a:t>
            </a:r>
            <a:r>
              <a:rPr lang="en-US" err="1"/>
              <a:t>Excepteur</a:t>
            </a:r>
            <a:r>
              <a:rPr lang="en-US"/>
              <a:t> </a:t>
            </a:r>
            <a:r>
              <a:rPr lang="en-US" err="1"/>
              <a:t>sint</a:t>
            </a:r>
            <a:r>
              <a:rPr lang="en-US"/>
              <a:t> </a:t>
            </a:r>
            <a:r>
              <a:rPr lang="en-US" err="1"/>
              <a:t>occaecat</a:t>
            </a:r>
            <a:r>
              <a:rPr lang="en-US"/>
              <a:t> </a:t>
            </a:r>
            <a:r>
              <a:rPr lang="en-US" err="1"/>
              <a:t>cupidatat</a:t>
            </a:r>
            <a:r>
              <a:rPr lang="en-US"/>
              <a:t> non </a:t>
            </a:r>
            <a:r>
              <a:rPr lang="en-US" err="1"/>
              <a:t>proident</a:t>
            </a:r>
            <a:r>
              <a:rPr lang="en-US"/>
              <a:t>, </a:t>
            </a:r>
            <a:r>
              <a:rPr lang="en-US" err="1"/>
              <a:t>sunt</a:t>
            </a:r>
            <a:r>
              <a:rPr lang="en-US"/>
              <a:t> in culpa qui </a:t>
            </a:r>
            <a:r>
              <a:rPr lang="en-US" err="1"/>
              <a:t>officia</a:t>
            </a:r>
            <a:r>
              <a:rPr lang="en-US"/>
              <a:t> </a:t>
            </a:r>
            <a:r>
              <a:rPr lang="en-US" err="1"/>
              <a:t>deserunt</a:t>
            </a:r>
            <a:r>
              <a:rPr lang="en-US"/>
              <a:t> </a:t>
            </a:r>
            <a:r>
              <a:rPr lang="en-US" err="1"/>
              <a:t>mollit</a:t>
            </a:r>
            <a:r>
              <a:rPr lang="en-US"/>
              <a:t> </a:t>
            </a:r>
            <a:r>
              <a:rPr lang="en-US" err="1"/>
              <a:t>anim</a:t>
            </a:r>
            <a:r>
              <a:rPr lang="en-US"/>
              <a:t> id </a:t>
            </a:r>
            <a:r>
              <a:rPr lang="en-US" err="1"/>
              <a:t>est</a:t>
            </a:r>
            <a:r>
              <a:rPr lang="en-US"/>
              <a:t> </a:t>
            </a:r>
            <a:r>
              <a:rPr lang="en-US" err="1"/>
              <a:t>laborum</a:t>
            </a:r>
            <a:r>
              <a:rPr lang="en-US"/>
              <a:t>.</a:t>
            </a:r>
          </a:p>
          <a:p>
            <a:pPr lvl="0"/>
            <a:r>
              <a:rPr lang="en-US" err="1"/>
              <a:t>Sed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perspiciatis</a:t>
            </a:r>
            <a:r>
              <a:rPr lang="en-US"/>
              <a:t> </a:t>
            </a:r>
            <a:r>
              <a:rPr lang="en-US" err="1"/>
              <a:t>unde</a:t>
            </a:r>
            <a:r>
              <a:rPr lang="en-US"/>
              <a:t> </a:t>
            </a:r>
            <a:r>
              <a:rPr lang="en-US" err="1"/>
              <a:t>omnis</a:t>
            </a:r>
            <a:r>
              <a:rPr lang="en-US"/>
              <a:t> </a:t>
            </a:r>
            <a:r>
              <a:rPr lang="en-US" err="1"/>
              <a:t>iste</a:t>
            </a:r>
            <a:r>
              <a:rPr lang="en-US"/>
              <a:t> </a:t>
            </a:r>
            <a:r>
              <a:rPr lang="en-US" err="1"/>
              <a:t>natus</a:t>
            </a:r>
            <a:r>
              <a:rPr lang="en-US"/>
              <a:t> error sit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accusantium</a:t>
            </a:r>
            <a:r>
              <a:rPr lang="en-US"/>
              <a:t> </a:t>
            </a:r>
            <a:r>
              <a:rPr lang="en-US" err="1"/>
              <a:t>doloremque</a:t>
            </a:r>
            <a:r>
              <a:rPr lang="en-US"/>
              <a:t> </a:t>
            </a:r>
            <a:r>
              <a:rPr lang="en-US" err="1"/>
              <a:t>laudantium</a:t>
            </a:r>
            <a:r>
              <a:rPr lang="en-US"/>
              <a:t>, </a:t>
            </a:r>
            <a:r>
              <a:rPr lang="en-US" err="1"/>
              <a:t>totam</a:t>
            </a:r>
            <a:r>
              <a:rPr lang="en-US"/>
              <a:t> rem </a:t>
            </a:r>
            <a:r>
              <a:rPr lang="en-US" err="1"/>
              <a:t>aperiam</a:t>
            </a:r>
            <a:r>
              <a:rPr lang="en-US"/>
              <a:t>, </a:t>
            </a:r>
            <a:r>
              <a:rPr lang="en-US" err="1"/>
              <a:t>eaque</a:t>
            </a:r>
            <a:r>
              <a:rPr lang="en-US"/>
              <a:t> </a:t>
            </a:r>
            <a:r>
              <a:rPr lang="en-US" err="1"/>
              <a:t>ipsa</a:t>
            </a:r>
            <a:r>
              <a:rPr lang="en-US"/>
              <a:t> quae ab </a:t>
            </a:r>
            <a:r>
              <a:rPr lang="en-US" err="1"/>
              <a:t>illo</a:t>
            </a:r>
            <a:r>
              <a:rPr lang="en-US"/>
              <a:t> </a:t>
            </a:r>
            <a:r>
              <a:rPr lang="en-US" err="1"/>
              <a:t>inventore</a:t>
            </a:r>
            <a:r>
              <a:rPr lang="en-US"/>
              <a:t> </a:t>
            </a:r>
            <a:r>
              <a:rPr lang="en-US" err="1"/>
              <a:t>veritatis</a:t>
            </a:r>
            <a:r>
              <a:rPr lang="en-US"/>
              <a:t> et quasi </a:t>
            </a:r>
            <a:r>
              <a:rPr lang="en-US" err="1"/>
              <a:t>architecto</a:t>
            </a:r>
            <a:r>
              <a:rPr lang="en-US"/>
              <a:t> </a:t>
            </a:r>
            <a:r>
              <a:rPr lang="en-US" err="1"/>
              <a:t>beatae</a:t>
            </a:r>
            <a:r>
              <a:rPr lang="en-US"/>
              <a:t> vitae dicta </a:t>
            </a:r>
            <a:r>
              <a:rPr lang="en-US" err="1"/>
              <a:t>sunt</a:t>
            </a:r>
            <a:r>
              <a:rPr lang="en-US"/>
              <a:t> </a:t>
            </a:r>
            <a:r>
              <a:rPr lang="en-US" err="1"/>
              <a:t>explicabo</a:t>
            </a:r>
            <a:r>
              <a:rPr lang="en-US"/>
              <a:t>. Nemo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ipsam</a:t>
            </a:r>
            <a:r>
              <a:rPr lang="en-US"/>
              <a:t>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quia</a:t>
            </a:r>
            <a:r>
              <a:rPr lang="en-US"/>
              <a:t> </a:t>
            </a:r>
            <a:r>
              <a:rPr lang="en-US" err="1"/>
              <a:t>voluptas</a:t>
            </a:r>
            <a:r>
              <a:rPr lang="en-US"/>
              <a:t> sit </a:t>
            </a:r>
            <a:r>
              <a:rPr lang="en-US" err="1"/>
              <a:t>aspernatur</a:t>
            </a:r>
            <a:endParaRPr lang="en-US"/>
          </a:p>
        </p:txBody>
      </p:sp>
      <p:grpSp>
        <p:nvGrpSpPr>
          <p:cNvPr id="14" name="Group 13"/>
          <p:cNvGrpSpPr/>
          <p:nvPr userDrawn="1"/>
        </p:nvGrpSpPr>
        <p:grpSpPr>
          <a:xfrm>
            <a:off x="0" y="5870348"/>
            <a:ext cx="12192000" cy="712398"/>
            <a:chOff x="0" y="11773587"/>
            <a:chExt cx="24384000" cy="1424796"/>
          </a:xfrm>
        </p:grpSpPr>
        <p:sp>
          <p:nvSpPr>
            <p:cNvPr id="15" name="Rectangle 14"/>
            <p:cNvSpPr/>
            <p:nvPr userDrawn="1"/>
          </p:nvSpPr>
          <p:spPr>
            <a:xfrm>
              <a:off x="0" y="11773587"/>
              <a:ext cx="24384000" cy="492442"/>
            </a:xfrm>
            <a:prstGeom prst="rect">
              <a:avLst/>
            </a:prstGeom>
            <a:solidFill>
              <a:schemeClr val="bg1"/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ctr">
              <a:spAutoFit/>
            </a:bodyPr>
            <a:lstStyle/>
            <a:p>
              <a:pPr marL="0" marR="0" indent="0" algn="ctr" defTabSz="41275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16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 Neue Medium"/>
              </a:endParaRPr>
            </a:p>
          </p:txBody>
        </p:sp>
        <p:pic>
          <p:nvPicPr>
            <p:cNvPr id="16" name="Image"/>
            <p:cNvPicPr>
              <a:picLocks noChangeAspect="1"/>
            </p:cNvPicPr>
            <p:nvPr userDrawn="1"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3311" y="12627832"/>
              <a:ext cx="3417301" cy="570551"/>
            </a:xfrm>
            <a:prstGeom prst="rect">
              <a:avLst/>
            </a:prstGeom>
            <a:ln w="12700">
              <a:miter lim="400000"/>
            </a:ln>
          </p:spPr>
        </p:pic>
      </p:grpSp>
    </p:spTree>
    <p:extLst>
      <p:ext uri="{BB962C8B-B14F-4D97-AF65-F5344CB8AC3E}">
        <p14:creationId xmlns:p14="http://schemas.microsoft.com/office/powerpoint/2010/main" val="2226245021"/>
      </p:ext>
    </p:extLst>
  </p:cSld>
  <p:clrMapOvr>
    <a:masterClrMapping/>
  </p:clrMapOvr>
  <p:transition spd="med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 0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Line"/>
          <p:cNvSpPr/>
          <p:nvPr userDrawn="1"/>
        </p:nvSpPr>
        <p:spPr>
          <a:xfrm>
            <a:off x="337654" y="619237"/>
            <a:ext cx="571697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 sz="1600"/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3" hasCustomPrompt="1"/>
          </p:nvPr>
        </p:nvSpPr>
        <p:spPr>
          <a:xfrm>
            <a:off x="311340" y="364775"/>
            <a:ext cx="5415090" cy="22191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000" cap="all" baseline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Place project name here | DATE</a:t>
            </a:r>
            <a:endParaRPr lang="en-GB"/>
          </a:p>
        </p:txBody>
      </p:sp>
      <p:sp>
        <p:nvSpPr>
          <p:cNvPr id="9" name="Text Placeholder 2"/>
          <p:cNvSpPr>
            <a:spLocks noGrp="1"/>
          </p:cNvSpPr>
          <p:nvPr>
            <p:ph type="body" sz="quarter" idx="14" hasCustomPrompt="1"/>
          </p:nvPr>
        </p:nvSpPr>
        <p:spPr>
          <a:xfrm>
            <a:off x="311340" y="1349455"/>
            <a:ext cx="5415090" cy="540306"/>
          </a:xfrm>
          <a:prstGeom prst="rect">
            <a:avLst/>
          </a:prstGeom>
        </p:spPr>
        <p:txBody>
          <a:bodyPr/>
          <a:lstStyle>
            <a:lvl1pPr marL="0" marR="0" indent="0" algn="l" defTabSz="41275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4550" b="0" i="0" u="none" strike="noStrike" cap="none" spc="0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Playfair Display"/>
                <a:ea typeface="Playfair Display"/>
                <a:cs typeface="Playfair Display"/>
                <a:sym typeface="Helvetica Neue"/>
              </a:defRPr>
            </a:lvl1pPr>
          </a:lstStyle>
          <a:p>
            <a:pPr lvl="0"/>
            <a:r>
              <a:rPr lang="en-US"/>
              <a:t>Title goes here</a:t>
            </a:r>
          </a:p>
        </p:txBody>
      </p:sp>
      <p:sp>
        <p:nvSpPr>
          <p:cNvPr id="10" name="Text Placeholder 2"/>
          <p:cNvSpPr>
            <a:spLocks noGrp="1"/>
          </p:cNvSpPr>
          <p:nvPr>
            <p:ph type="body" sz="quarter" idx="15" hasCustomPrompt="1"/>
          </p:nvPr>
        </p:nvSpPr>
        <p:spPr>
          <a:xfrm>
            <a:off x="311340" y="2099192"/>
            <a:ext cx="5415090" cy="198239"/>
          </a:xfrm>
          <a:prstGeom prst="rect">
            <a:avLst/>
          </a:prstGeom>
        </p:spPr>
        <p:txBody>
          <a:bodyPr/>
          <a:lstStyle>
            <a:lvl1pPr marL="0" marR="0" indent="0" algn="l" defTabSz="41275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1600" b="0" i="0" u="none" strike="noStrike" cap="all" spc="0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Helvetica Neue"/>
              </a:defRPr>
            </a:lvl1pPr>
          </a:lstStyle>
          <a:p>
            <a:pPr lvl="0"/>
            <a:r>
              <a:rPr lang="en-US"/>
              <a:t>SUBTITLE GOES HERE</a:t>
            </a:r>
          </a:p>
        </p:txBody>
      </p:sp>
      <p:sp>
        <p:nvSpPr>
          <p:cNvPr id="11" name="Text Placeholder 2"/>
          <p:cNvSpPr>
            <a:spLocks noGrp="1"/>
          </p:cNvSpPr>
          <p:nvPr>
            <p:ph type="body" sz="quarter" idx="16" hasCustomPrompt="1"/>
          </p:nvPr>
        </p:nvSpPr>
        <p:spPr>
          <a:xfrm>
            <a:off x="337653" y="3215997"/>
            <a:ext cx="5415090" cy="2396218"/>
          </a:xfrm>
          <a:prstGeom prst="rect">
            <a:avLst/>
          </a:prstGeom>
        </p:spPr>
        <p:txBody>
          <a:bodyPr/>
          <a:lstStyle>
            <a:lvl1pPr marL="0" marR="0" indent="0" algn="l" defTabSz="41275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 kumimoji="0" lang="en-US" sz="1200" b="0" i="0" u="none" strike="noStrike" cap="none" spc="0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  <a:sym typeface="Helvetica Neue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</a:t>
            </a:r>
            <a:r>
              <a:rPr lang="en-US" err="1"/>
              <a:t>sed</a:t>
            </a:r>
            <a:r>
              <a:rPr lang="en-US"/>
              <a:t>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labore</a:t>
            </a:r>
            <a:r>
              <a:rPr lang="en-US"/>
              <a:t> et </a:t>
            </a:r>
            <a:r>
              <a:rPr lang="en-US" err="1"/>
              <a:t>dolore</a:t>
            </a:r>
            <a:r>
              <a:rPr lang="en-US"/>
              <a:t> magna </a:t>
            </a:r>
            <a:r>
              <a:rPr lang="en-US" err="1"/>
              <a:t>aliqua</a:t>
            </a:r>
            <a:r>
              <a:rPr lang="en-US"/>
              <a:t>.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exercitation </a:t>
            </a:r>
            <a:r>
              <a:rPr lang="en-US" err="1"/>
              <a:t>ullamco</a:t>
            </a:r>
            <a:r>
              <a:rPr lang="en-US"/>
              <a:t> </a:t>
            </a:r>
            <a:r>
              <a:rPr lang="en-US" err="1"/>
              <a:t>laboris</a:t>
            </a:r>
            <a:r>
              <a:rPr lang="en-US"/>
              <a:t> nisi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aliquip</a:t>
            </a:r>
            <a:r>
              <a:rPr lang="en-US"/>
              <a:t> ex </a:t>
            </a:r>
            <a:r>
              <a:rPr lang="en-US" err="1"/>
              <a:t>ea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  <a:r>
              <a:rPr lang="en-US" err="1"/>
              <a:t>Duis</a:t>
            </a:r>
            <a:r>
              <a:rPr lang="en-US"/>
              <a:t> </a:t>
            </a:r>
            <a:r>
              <a:rPr lang="en-US" err="1"/>
              <a:t>aute</a:t>
            </a:r>
            <a:r>
              <a:rPr lang="en-US"/>
              <a:t> </a:t>
            </a:r>
            <a:r>
              <a:rPr lang="en-US" err="1"/>
              <a:t>irure</a:t>
            </a:r>
            <a:r>
              <a:rPr lang="en-US"/>
              <a:t> dolor in </a:t>
            </a:r>
            <a:r>
              <a:rPr lang="en-US" err="1"/>
              <a:t>reprehenderit</a:t>
            </a:r>
            <a:r>
              <a:rPr lang="en-US"/>
              <a:t> in </a:t>
            </a:r>
            <a:r>
              <a:rPr lang="en-US" err="1"/>
              <a:t>voluptate</a:t>
            </a:r>
            <a:r>
              <a:rPr lang="en-US"/>
              <a:t> </a:t>
            </a:r>
            <a:r>
              <a:rPr lang="en-US" err="1"/>
              <a:t>velit</a:t>
            </a:r>
            <a:r>
              <a:rPr lang="en-US"/>
              <a:t> </a:t>
            </a:r>
            <a:r>
              <a:rPr lang="en-US" err="1"/>
              <a:t>esse</a:t>
            </a:r>
            <a:r>
              <a:rPr lang="en-US"/>
              <a:t> </a:t>
            </a:r>
            <a:r>
              <a:rPr lang="en-US" err="1"/>
              <a:t>cillum</a:t>
            </a:r>
            <a:r>
              <a:rPr lang="en-US"/>
              <a:t> </a:t>
            </a:r>
            <a:r>
              <a:rPr lang="en-US" err="1"/>
              <a:t>dolore</a:t>
            </a:r>
            <a:r>
              <a:rPr lang="en-US"/>
              <a:t> </a:t>
            </a:r>
            <a:r>
              <a:rPr lang="en-US" err="1"/>
              <a:t>eu</a:t>
            </a:r>
            <a:r>
              <a:rPr lang="en-US"/>
              <a:t> </a:t>
            </a:r>
            <a:r>
              <a:rPr lang="en-US" err="1"/>
              <a:t>fugiat</a:t>
            </a:r>
            <a:r>
              <a:rPr lang="en-US"/>
              <a:t> </a:t>
            </a:r>
            <a:r>
              <a:rPr lang="en-US" err="1"/>
              <a:t>nulla</a:t>
            </a:r>
            <a:r>
              <a:rPr lang="en-US"/>
              <a:t> </a:t>
            </a:r>
            <a:r>
              <a:rPr lang="en-US" err="1"/>
              <a:t>pariatur</a:t>
            </a:r>
            <a:r>
              <a:rPr lang="en-US"/>
              <a:t>. </a:t>
            </a:r>
            <a:r>
              <a:rPr lang="en-US" err="1"/>
              <a:t>Excepteur</a:t>
            </a:r>
            <a:r>
              <a:rPr lang="en-US"/>
              <a:t> </a:t>
            </a:r>
            <a:r>
              <a:rPr lang="en-US" err="1"/>
              <a:t>sint</a:t>
            </a:r>
            <a:r>
              <a:rPr lang="en-US"/>
              <a:t> </a:t>
            </a:r>
            <a:r>
              <a:rPr lang="en-US" err="1"/>
              <a:t>occaecat</a:t>
            </a:r>
            <a:r>
              <a:rPr lang="en-US"/>
              <a:t> </a:t>
            </a:r>
            <a:r>
              <a:rPr lang="en-US" err="1"/>
              <a:t>cupidatat</a:t>
            </a:r>
            <a:r>
              <a:rPr lang="en-US"/>
              <a:t> non </a:t>
            </a:r>
            <a:r>
              <a:rPr lang="en-US" err="1"/>
              <a:t>proident</a:t>
            </a:r>
            <a:r>
              <a:rPr lang="en-US"/>
              <a:t>, </a:t>
            </a:r>
            <a:r>
              <a:rPr lang="en-US" err="1"/>
              <a:t>sunt</a:t>
            </a:r>
            <a:r>
              <a:rPr lang="en-US"/>
              <a:t> in culpa qui </a:t>
            </a:r>
            <a:r>
              <a:rPr lang="en-US" err="1"/>
              <a:t>officia</a:t>
            </a:r>
            <a:r>
              <a:rPr lang="en-US"/>
              <a:t> </a:t>
            </a:r>
            <a:r>
              <a:rPr lang="en-US" err="1"/>
              <a:t>deserunt</a:t>
            </a:r>
            <a:r>
              <a:rPr lang="en-US"/>
              <a:t> </a:t>
            </a:r>
            <a:r>
              <a:rPr lang="en-US" err="1"/>
              <a:t>mollit</a:t>
            </a:r>
            <a:r>
              <a:rPr lang="en-US"/>
              <a:t> </a:t>
            </a:r>
            <a:r>
              <a:rPr lang="en-US" err="1"/>
              <a:t>anim</a:t>
            </a:r>
            <a:r>
              <a:rPr lang="en-US"/>
              <a:t> id </a:t>
            </a:r>
            <a:r>
              <a:rPr lang="en-US" err="1"/>
              <a:t>est</a:t>
            </a:r>
            <a:r>
              <a:rPr lang="en-US"/>
              <a:t> </a:t>
            </a:r>
            <a:r>
              <a:rPr lang="en-US" err="1"/>
              <a:t>laborum</a:t>
            </a:r>
            <a:r>
              <a:rPr lang="en-US"/>
              <a:t>.</a:t>
            </a:r>
          </a:p>
          <a:p>
            <a:pPr lvl="0"/>
            <a:r>
              <a:rPr lang="en-US" err="1"/>
              <a:t>Sed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perspiciatis</a:t>
            </a:r>
            <a:r>
              <a:rPr lang="en-US"/>
              <a:t> </a:t>
            </a:r>
            <a:r>
              <a:rPr lang="en-US" err="1"/>
              <a:t>unde</a:t>
            </a:r>
            <a:r>
              <a:rPr lang="en-US"/>
              <a:t> </a:t>
            </a:r>
            <a:r>
              <a:rPr lang="en-US" err="1"/>
              <a:t>omnis</a:t>
            </a:r>
            <a:r>
              <a:rPr lang="en-US"/>
              <a:t> </a:t>
            </a:r>
            <a:r>
              <a:rPr lang="en-US" err="1"/>
              <a:t>iste</a:t>
            </a:r>
            <a:r>
              <a:rPr lang="en-US"/>
              <a:t> </a:t>
            </a:r>
            <a:r>
              <a:rPr lang="en-US" err="1"/>
              <a:t>natus</a:t>
            </a:r>
            <a:r>
              <a:rPr lang="en-US"/>
              <a:t> error sit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accusantium</a:t>
            </a:r>
            <a:r>
              <a:rPr lang="en-US"/>
              <a:t> </a:t>
            </a:r>
            <a:r>
              <a:rPr lang="en-US" err="1"/>
              <a:t>doloremque</a:t>
            </a:r>
            <a:r>
              <a:rPr lang="en-US"/>
              <a:t> </a:t>
            </a:r>
            <a:r>
              <a:rPr lang="en-US" err="1"/>
              <a:t>laudantium</a:t>
            </a:r>
            <a:r>
              <a:rPr lang="en-US"/>
              <a:t>, </a:t>
            </a:r>
            <a:r>
              <a:rPr lang="en-US" err="1"/>
              <a:t>totam</a:t>
            </a:r>
            <a:r>
              <a:rPr lang="en-US"/>
              <a:t> rem </a:t>
            </a:r>
            <a:r>
              <a:rPr lang="en-US" err="1"/>
              <a:t>aperiam</a:t>
            </a:r>
            <a:r>
              <a:rPr lang="en-US"/>
              <a:t>, </a:t>
            </a:r>
            <a:r>
              <a:rPr lang="en-US" err="1"/>
              <a:t>eaque</a:t>
            </a:r>
            <a:r>
              <a:rPr lang="en-US"/>
              <a:t> </a:t>
            </a:r>
            <a:r>
              <a:rPr lang="en-US" err="1"/>
              <a:t>ipsa</a:t>
            </a:r>
            <a:r>
              <a:rPr lang="en-US"/>
              <a:t> quae ab </a:t>
            </a:r>
            <a:r>
              <a:rPr lang="en-US" err="1"/>
              <a:t>illo</a:t>
            </a:r>
            <a:r>
              <a:rPr lang="en-US"/>
              <a:t> </a:t>
            </a:r>
            <a:r>
              <a:rPr lang="en-US" err="1"/>
              <a:t>inventore</a:t>
            </a:r>
            <a:r>
              <a:rPr lang="en-US"/>
              <a:t> </a:t>
            </a:r>
            <a:r>
              <a:rPr lang="en-US" err="1"/>
              <a:t>veritatis</a:t>
            </a:r>
            <a:r>
              <a:rPr lang="en-US"/>
              <a:t> et quasi </a:t>
            </a:r>
            <a:r>
              <a:rPr lang="en-US" err="1"/>
              <a:t>architecto</a:t>
            </a:r>
            <a:r>
              <a:rPr lang="en-US"/>
              <a:t> </a:t>
            </a:r>
            <a:r>
              <a:rPr lang="en-US" err="1"/>
              <a:t>beatae</a:t>
            </a:r>
            <a:r>
              <a:rPr lang="en-US"/>
              <a:t> vitae dicta </a:t>
            </a:r>
            <a:r>
              <a:rPr lang="en-US" err="1"/>
              <a:t>sunt</a:t>
            </a:r>
            <a:r>
              <a:rPr lang="en-US"/>
              <a:t> </a:t>
            </a:r>
            <a:r>
              <a:rPr lang="en-US" err="1"/>
              <a:t>explicabo</a:t>
            </a:r>
            <a:r>
              <a:rPr lang="en-US"/>
              <a:t>. Nemo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ipsam</a:t>
            </a:r>
            <a:r>
              <a:rPr lang="en-US"/>
              <a:t>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quia</a:t>
            </a:r>
            <a:r>
              <a:rPr lang="en-US"/>
              <a:t> </a:t>
            </a:r>
            <a:r>
              <a:rPr lang="en-US" err="1"/>
              <a:t>voluptas</a:t>
            </a:r>
            <a:r>
              <a:rPr lang="en-US"/>
              <a:t> sit </a:t>
            </a:r>
            <a:r>
              <a:rPr lang="en-US" err="1"/>
              <a:t>aspernatur</a:t>
            </a:r>
            <a:endParaRPr lang="en-US"/>
          </a:p>
        </p:txBody>
      </p:sp>
      <p:sp>
        <p:nvSpPr>
          <p:cNvPr id="12" name="Rectangle 11"/>
          <p:cNvSpPr/>
          <p:nvPr userDrawn="1"/>
        </p:nvSpPr>
        <p:spPr>
          <a:xfrm>
            <a:off x="0" y="5886794"/>
            <a:ext cx="12192000" cy="246221"/>
          </a:xfrm>
          <a:prstGeom prst="rect">
            <a:avLst/>
          </a:prstGeom>
          <a:solidFill>
            <a:schemeClr val="tx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anchor="ctr">
            <a:spAutoFit/>
          </a:bodyPr>
          <a:lstStyle/>
          <a:p>
            <a:pPr marL="0" marR="0" indent="0" algn="ctr" defTabSz="41275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Neue Medium"/>
            </a:endParaRPr>
          </a:p>
        </p:txBody>
      </p:sp>
      <p:pic>
        <p:nvPicPr>
          <p:cNvPr id="13" name="Image" descr="Image"/>
          <p:cNvPicPr>
            <a:picLocks noChangeAspect="1"/>
          </p:cNvPicPr>
          <p:nvPr userDrawn="1"/>
        </p:nvPicPr>
        <p:blipFill>
          <a:blip/>
          <a:stretch>
            <a:fillRect/>
          </a:stretch>
        </p:blipFill>
        <p:spPr>
          <a:xfrm>
            <a:off x="311340" y="6313916"/>
            <a:ext cx="1709282" cy="285276"/>
          </a:xfrm>
          <a:prstGeom prst="rect">
            <a:avLst/>
          </a:prstGeom>
          <a:ln w="12700">
            <a:miter lim="400000"/>
          </a:ln>
        </p:spPr>
      </p:pic>
      <p:sp>
        <p:nvSpPr>
          <p:cNvPr id="14" name="Picture Placeholder 2"/>
          <p:cNvSpPr>
            <a:spLocks noGrp="1"/>
          </p:cNvSpPr>
          <p:nvPr>
            <p:ph type="pic" sz="quarter" idx="18" hasCustomPrompt="1"/>
          </p:nvPr>
        </p:nvSpPr>
        <p:spPr>
          <a:xfrm>
            <a:off x="6195060" y="-3810"/>
            <a:ext cx="5996940" cy="5917807"/>
          </a:xfrm>
          <a:prstGeom prst="rect">
            <a:avLst/>
          </a:prstGeom>
          <a:blipFill>
            <a:blip/>
            <a:stretch>
              <a:fillRect/>
            </a:stretch>
          </a:blipFill>
        </p:spPr>
        <p:txBody>
          <a:bodyPr anchor="ctr"/>
          <a:lstStyle>
            <a:lvl1pPr marL="0" indent="0" algn="ctr">
              <a:buNone/>
              <a:defRPr sz="1800" b="1" baseline="0">
                <a:solidFill>
                  <a:schemeClr val="bg1"/>
                </a:solidFill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r>
              <a:rPr lang="en-GB"/>
              <a:t>Double click to add </a:t>
            </a:r>
            <a:br>
              <a:rPr lang="en-GB"/>
            </a:br>
            <a:r>
              <a:rPr lang="en-GB"/>
              <a:t>your picture here</a:t>
            </a:r>
          </a:p>
        </p:txBody>
      </p:sp>
    </p:spTree>
    <p:extLst>
      <p:ext uri="{BB962C8B-B14F-4D97-AF65-F5344CB8AC3E}">
        <p14:creationId xmlns:p14="http://schemas.microsoft.com/office/powerpoint/2010/main" val="4284192234"/>
      </p:ext>
    </p:extLst>
  </p:cSld>
  <p:clrMapOvr>
    <a:masterClrMapping/>
  </p:clrMapOvr>
  <p:transition spd="med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 06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Line"/>
          <p:cNvSpPr/>
          <p:nvPr userDrawn="1"/>
        </p:nvSpPr>
        <p:spPr>
          <a:xfrm>
            <a:off x="337654" y="619237"/>
            <a:ext cx="571697" cy="1"/>
          </a:xfrm>
          <a:prstGeom prst="line">
            <a:avLst/>
          </a:prstGeom>
          <a:ln w="25400">
            <a:solidFill>
              <a:schemeClr val="bg1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 sz="1600"/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3" hasCustomPrompt="1"/>
          </p:nvPr>
        </p:nvSpPr>
        <p:spPr>
          <a:xfrm>
            <a:off x="311340" y="364775"/>
            <a:ext cx="5415090" cy="22191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000" cap="all" baseline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Place project name here | DATE</a:t>
            </a:r>
            <a:endParaRPr lang="en-GB"/>
          </a:p>
        </p:txBody>
      </p:sp>
      <p:sp>
        <p:nvSpPr>
          <p:cNvPr id="9" name="Text Placeholder 2"/>
          <p:cNvSpPr>
            <a:spLocks noGrp="1"/>
          </p:cNvSpPr>
          <p:nvPr>
            <p:ph type="body" sz="quarter" idx="14" hasCustomPrompt="1"/>
          </p:nvPr>
        </p:nvSpPr>
        <p:spPr>
          <a:xfrm>
            <a:off x="311340" y="1349455"/>
            <a:ext cx="5415090" cy="540306"/>
          </a:xfrm>
          <a:prstGeom prst="rect">
            <a:avLst/>
          </a:prstGeom>
        </p:spPr>
        <p:txBody>
          <a:bodyPr/>
          <a:lstStyle>
            <a:lvl1pPr marL="0" marR="0" indent="0" algn="l" defTabSz="41275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4550" b="0" i="0" u="none" strike="noStrike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Playfair Display"/>
                <a:ea typeface="Playfair Display"/>
                <a:cs typeface="Playfair Display"/>
                <a:sym typeface="Helvetica Neue"/>
              </a:defRPr>
            </a:lvl1pPr>
          </a:lstStyle>
          <a:p>
            <a:pPr lvl="0"/>
            <a:r>
              <a:rPr lang="en-US"/>
              <a:t>Title goes here</a:t>
            </a:r>
          </a:p>
        </p:txBody>
      </p:sp>
      <p:sp>
        <p:nvSpPr>
          <p:cNvPr id="10" name="Text Placeholder 2"/>
          <p:cNvSpPr>
            <a:spLocks noGrp="1"/>
          </p:cNvSpPr>
          <p:nvPr>
            <p:ph type="body" sz="quarter" idx="15" hasCustomPrompt="1"/>
          </p:nvPr>
        </p:nvSpPr>
        <p:spPr>
          <a:xfrm>
            <a:off x="311340" y="2099192"/>
            <a:ext cx="5415090" cy="198239"/>
          </a:xfrm>
          <a:prstGeom prst="rect">
            <a:avLst/>
          </a:prstGeom>
        </p:spPr>
        <p:txBody>
          <a:bodyPr/>
          <a:lstStyle>
            <a:lvl1pPr marL="0" marR="0" indent="0" algn="l" defTabSz="41275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1600" b="0" i="0" u="none" strike="noStrike" cap="all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Helvetica Neue"/>
              </a:defRPr>
            </a:lvl1pPr>
          </a:lstStyle>
          <a:p>
            <a:pPr lvl="0"/>
            <a:r>
              <a:rPr lang="en-US"/>
              <a:t>SUBTITLE GOES HERE</a:t>
            </a:r>
          </a:p>
        </p:txBody>
      </p:sp>
      <p:sp>
        <p:nvSpPr>
          <p:cNvPr id="11" name="Text Placeholder 2"/>
          <p:cNvSpPr>
            <a:spLocks noGrp="1"/>
          </p:cNvSpPr>
          <p:nvPr>
            <p:ph type="body" sz="quarter" idx="16" hasCustomPrompt="1"/>
          </p:nvPr>
        </p:nvSpPr>
        <p:spPr>
          <a:xfrm>
            <a:off x="337653" y="3215997"/>
            <a:ext cx="5415090" cy="2396218"/>
          </a:xfrm>
          <a:prstGeom prst="rect">
            <a:avLst/>
          </a:prstGeom>
        </p:spPr>
        <p:txBody>
          <a:bodyPr/>
          <a:lstStyle>
            <a:lvl1pPr marL="0" marR="0" indent="0" algn="l" defTabSz="41275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 kumimoji="0" lang="en-US" sz="1200" b="0" i="0" u="none" strike="noStrike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  <a:sym typeface="Helvetica Neue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</a:t>
            </a:r>
            <a:r>
              <a:rPr lang="en-US" err="1"/>
              <a:t>sed</a:t>
            </a:r>
            <a:r>
              <a:rPr lang="en-US"/>
              <a:t>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labore</a:t>
            </a:r>
            <a:r>
              <a:rPr lang="en-US"/>
              <a:t> et </a:t>
            </a:r>
            <a:r>
              <a:rPr lang="en-US" err="1"/>
              <a:t>dolore</a:t>
            </a:r>
            <a:r>
              <a:rPr lang="en-US"/>
              <a:t> magna </a:t>
            </a:r>
            <a:r>
              <a:rPr lang="en-US" err="1"/>
              <a:t>aliqua</a:t>
            </a:r>
            <a:r>
              <a:rPr lang="en-US"/>
              <a:t>.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exercitation </a:t>
            </a:r>
            <a:r>
              <a:rPr lang="en-US" err="1"/>
              <a:t>ullamco</a:t>
            </a:r>
            <a:r>
              <a:rPr lang="en-US"/>
              <a:t> </a:t>
            </a:r>
            <a:r>
              <a:rPr lang="en-US" err="1"/>
              <a:t>laboris</a:t>
            </a:r>
            <a:r>
              <a:rPr lang="en-US"/>
              <a:t> nisi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aliquip</a:t>
            </a:r>
            <a:r>
              <a:rPr lang="en-US"/>
              <a:t> ex </a:t>
            </a:r>
            <a:r>
              <a:rPr lang="en-US" err="1"/>
              <a:t>ea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  <a:r>
              <a:rPr lang="en-US" err="1"/>
              <a:t>Duis</a:t>
            </a:r>
            <a:r>
              <a:rPr lang="en-US"/>
              <a:t> </a:t>
            </a:r>
            <a:r>
              <a:rPr lang="en-US" err="1"/>
              <a:t>aute</a:t>
            </a:r>
            <a:r>
              <a:rPr lang="en-US"/>
              <a:t> </a:t>
            </a:r>
            <a:r>
              <a:rPr lang="en-US" err="1"/>
              <a:t>irure</a:t>
            </a:r>
            <a:r>
              <a:rPr lang="en-US"/>
              <a:t> dolor in </a:t>
            </a:r>
            <a:r>
              <a:rPr lang="en-US" err="1"/>
              <a:t>reprehenderit</a:t>
            </a:r>
            <a:r>
              <a:rPr lang="en-US"/>
              <a:t> in </a:t>
            </a:r>
            <a:r>
              <a:rPr lang="en-US" err="1"/>
              <a:t>voluptate</a:t>
            </a:r>
            <a:r>
              <a:rPr lang="en-US"/>
              <a:t> </a:t>
            </a:r>
            <a:r>
              <a:rPr lang="en-US" err="1"/>
              <a:t>velit</a:t>
            </a:r>
            <a:r>
              <a:rPr lang="en-US"/>
              <a:t> </a:t>
            </a:r>
            <a:r>
              <a:rPr lang="en-US" err="1"/>
              <a:t>esse</a:t>
            </a:r>
            <a:r>
              <a:rPr lang="en-US"/>
              <a:t> </a:t>
            </a:r>
            <a:r>
              <a:rPr lang="en-US" err="1"/>
              <a:t>cillum</a:t>
            </a:r>
            <a:r>
              <a:rPr lang="en-US"/>
              <a:t> </a:t>
            </a:r>
            <a:r>
              <a:rPr lang="en-US" err="1"/>
              <a:t>dolore</a:t>
            </a:r>
            <a:r>
              <a:rPr lang="en-US"/>
              <a:t> </a:t>
            </a:r>
            <a:r>
              <a:rPr lang="en-US" err="1"/>
              <a:t>eu</a:t>
            </a:r>
            <a:r>
              <a:rPr lang="en-US"/>
              <a:t> </a:t>
            </a:r>
            <a:r>
              <a:rPr lang="en-US" err="1"/>
              <a:t>fugiat</a:t>
            </a:r>
            <a:r>
              <a:rPr lang="en-US"/>
              <a:t> </a:t>
            </a:r>
            <a:r>
              <a:rPr lang="en-US" err="1"/>
              <a:t>nulla</a:t>
            </a:r>
            <a:r>
              <a:rPr lang="en-US"/>
              <a:t> </a:t>
            </a:r>
            <a:r>
              <a:rPr lang="en-US" err="1"/>
              <a:t>pariatur</a:t>
            </a:r>
            <a:r>
              <a:rPr lang="en-US"/>
              <a:t>. </a:t>
            </a:r>
            <a:r>
              <a:rPr lang="en-US" err="1"/>
              <a:t>Excepteur</a:t>
            </a:r>
            <a:r>
              <a:rPr lang="en-US"/>
              <a:t> </a:t>
            </a:r>
            <a:r>
              <a:rPr lang="en-US" err="1"/>
              <a:t>sint</a:t>
            </a:r>
            <a:r>
              <a:rPr lang="en-US"/>
              <a:t> </a:t>
            </a:r>
            <a:r>
              <a:rPr lang="en-US" err="1"/>
              <a:t>occaecat</a:t>
            </a:r>
            <a:r>
              <a:rPr lang="en-US"/>
              <a:t> </a:t>
            </a:r>
            <a:r>
              <a:rPr lang="en-US" err="1"/>
              <a:t>cupidatat</a:t>
            </a:r>
            <a:r>
              <a:rPr lang="en-US"/>
              <a:t> non </a:t>
            </a:r>
            <a:r>
              <a:rPr lang="en-US" err="1"/>
              <a:t>proident</a:t>
            </a:r>
            <a:r>
              <a:rPr lang="en-US"/>
              <a:t>, </a:t>
            </a:r>
            <a:r>
              <a:rPr lang="en-US" err="1"/>
              <a:t>sunt</a:t>
            </a:r>
            <a:r>
              <a:rPr lang="en-US"/>
              <a:t> in culpa qui </a:t>
            </a:r>
            <a:r>
              <a:rPr lang="en-US" err="1"/>
              <a:t>officia</a:t>
            </a:r>
            <a:r>
              <a:rPr lang="en-US"/>
              <a:t> </a:t>
            </a:r>
            <a:r>
              <a:rPr lang="en-US" err="1"/>
              <a:t>deserunt</a:t>
            </a:r>
            <a:r>
              <a:rPr lang="en-US"/>
              <a:t> </a:t>
            </a:r>
            <a:r>
              <a:rPr lang="en-US" err="1"/>
              <a:t>mollit</a:t>
            </a:r>
            <a:r>
              <a:rPr lang="en-US"/>
              <a:t> </a:t>
            </a:r>
            <a:r>
              <a:rPr lang="en-US" err="1"/>
              <a:t>anim</a:t>
            </a:r>
            <a:r>
              <a:rPr lang="en-US"/>
              <a:t> id </a:t>
            </a:r>
            <a:r>
              <a:rPr lang="en-US" err="1"/>
              <a:t>est</a:t>
            </a:r>
            <a:r>
              <a:rPr lang="en-US"/>
              <a:t> </a:t>
            </a:r>
            <a:r>
              <a:rPr lang="en-US" err="1"/>
              <a:t>laborum</a:t>
            </a:r>
            <a:r>
              <a:rPr lang="en-US"/>
              <a:t>.</a:t>
            </a:r>
          </a:p>
          <a:p>
            <a:pPr lvl="0"/>
            <a:r>
              <a:rPr lang="en-US" err="1"/>
              <a:t>Sed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perspiciatis</a:t>
            </a:r>
            <a:r>
              <a:rPr lang="en-US"/>
              <a:t> </a:t>
            </a:r>
            <a:r>
              <a:rPr lang="en-US" err="1"/>
              <a:t>unde</a:t>
            </a:r>
            <a:r>
              <a:rPr lang="en-US"/>
              <a:t> </a:t>
            </a:r>
            <a:r>
              <a:rPr lang="en-US" err="1"/>
              <a:t>omnis</a:t>
            </a:r>
            <a:r>
              <a:rPr lang="en-US"/>
              <a:t> </a:t>
            </a:r>
            <a:r>
              <a:rPr lang="en-US" err="1"/>
              <a:t>iste</a:t>
            </a:r>
            <a:r>
              <a:rPr lang="en-US"/>
              <a:t> </a:t>
            </a:r>
            <a:r>
              <a:rPr lang="en-US" err="1"/>
              <a:t>natus</a:t>
            </a:r>
            <a:r>
              <a:rPr lang="en-US"/>
              <a:t> error sit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accusantium</a:t>
            </a:r>
            <a:r>
              <a:rPr lang="en-US"/>
              <a:t> </a:t>
            </a:r>
            <a:r>
              <a:rPr lang="en-US" err="1"/>
              <a:t>doloremque</a:t>
            </a:r>
            <a:r>
              <a:rPr lang="en-US"/>
              <a:t> </a:t>
            </a:r>
            <a:r>
              <a:rPr lang="en-US" err="1"/>
              <a:t>laudantium</a:t>
            </a:r>
            <a:r>
              <a:rPr lang="en-US"/>
              <a:t>, </a:t>
            </a:r>
            <a:r>
              <a:rPr lang="en-US" err="1"/>
              <a:t>totam</a:t>
            </a:r>
            <a:r>
              <a:rPr lang="en-US"/>
              <a:t> rem </a:t>
            </a:r>
            <a:r>
              <a:rPr lang="en-US" err="1"/>
              <a:t>aperiam</a:t>
            </a:r>
            <a:r>
              <a:rPr lang="en-US"/>
              <a:t>, </a:t>
            </a:r>
            <a:r>
              <a:rPr lang="en-US" err="1"/>
              <a:t>eaque</a:t>
            </a:r>
            <a:r>
              <a:rPr lang="en-US"/>
              <a:t> </a:t>
            </a:r>
            <a:r>
              <a:rPr lang="en-US" err="1"/>
              <a:t>ipsa</a:t>
            </a:r>
            <a:r>
              <a:rPr lang="en-US"/>
              <a:t> quae ab </a:t>
            </a:r>
            <a:r>
              <a:rPr lang="en-US" err="1"/>
              <a:t>illo</a:t>
            </a:r>
            <a:r>
              <a:rPr lang="en-US"/>
              <a:t> </a:t>
            </a:r>
            <a:r>
              <a:rPr lang="en-US" err="1"/>
              <a:t>inventore</a:t>
            </a:r>
            <a:r>
              <a:rPr lang="en-US"/>
              <a:t> </a:t>
            </a:r>
            <a:r>
              <a:rPr lang="en-US" err="1"/>
              <a:t>veritatis</a:t>
            </a:r>
            <a:r>
              <a:rPr lang="en-US"/>
              <a:t> et quasi </a:t>
            </a:r>
            <a:r>
              <a:rPr lang="en-US" err="1"/>
              <a:t>architecto</a:t>
            </a:r>
            <a:r>
              <a:rPr lang="en-US"/>
              <a:t> </a:t>
            </a:r>
            <a:r>
              <a:rPr lang="en-US" err="1"/>
              <a:t>beatae</a:t>
            </a:r>
            <a:r>
              <a:rPr lang="en-US"/>
              <a:t> vitae dicta </a:t>
            </a:r>
            <a:r>
              <a:rPr lang="en-US" err="1"/>
              <a:t>sunt</a:t>
            </a:r>
            <a:r>
              <a:rPr lang="en-US"/>
              <a:t> </a:t>
            </a:r>
            <a:r>
              <a:rPr lang="en-US" err="1"/>
              <a:t>explicabo</a:t>
            </a:r>
            <a:r>
              <a:rPr lang="en-US"/>
              <a:t>. Nemo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ipsam</a:t>
            </a:r>
            <a:r>
              <a:rPr lang="en-US"/>
              <a:t>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quia</a:t>
            </a:r>
            <a:r>
              <a:rPr lang="en-US"/>
              <a:t> </a:t>
            </a:r>
            <a:r>
              <a:rPr lang="en-US" err="1"/>
              <a:t>voluptas</a:t>
            </a:r>
            <a:r>
              <a:rPr lang="en-US"/>
              <a:t> sit </a:t>
            </a:r>
            <a:r>
              <a:rPr lang="en-US" err="1"/>
              <a:t>aspernatur</a:t>
            </a:r>
            <a:endParaRPr lang="en-US"/>
          </a:p>
        </p:txBody>
      </p:sp>
      <p:grpSp>
        <p:nvGrpSpPr>
          <p:cNvPr id="13" name="Group 12"/>
          <p:cNvGrpSpPr/>
          <p:nvPr userDrawn="1"/>
        </p:nvGrpSpPr>
        <p:grpSpPr>
          <a:xfrm>
            <a:off x="0" y="5870348"/>
            <a:ext cx="12192000" cy="712398"/>
            <a:chOff x="0" y="11773587"/>
            <a:chExt cx="24384000" cy="1424796"/>
          </a:xfrm>
        </p:grpSpPr>
        <p:sp>
          <p:nvSpPr>
            <p:cNvPr id="14" name="Rectangle 13"/>
            <p:cNvSpPr/>
            <p:nvPr userDrawn="1"/>
          </p:nvSpPr>
          <p:spPr>
            <a:xfrm>
              <a:off x="0" y="11773587"/>
              <a:ext cx="24384000" cy="492442"/>
            </a:xfrm>
            <a:prstGeom prst="rect">
              <a:avLst/>
            </a:prstGeom>
            <a:solidFill>
              <a:schemeClr val="bg1"/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ctr">
              <a:spAutoFit/>
            </a:bodyPr>
            <a:lstStyle/>
            <a:p>
              <a:pPr marL="0" marR="0" indent="0" algn="ctr" defTabSz="41275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16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 Neue Medium"/>
              </a:endParaRPr>
            </a:p>
          </p:txBody>
        </p:sp>
        <p:pic>
          <p:nvPicPr>
            <p:cNvPr id="15" name="Image"/>
            <p:cNvPicPr>
              <a:picLocks noChangeAspect="1"/>
            </p:cNvPicPr>
            <p:nvPr userDrawn="1"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3311" y="12627832"/>
              <a:ext cx="3417301" cy="570551"/>
            </a:xfrm>
            <a:prstGeom prst="rect">
              <a:avLst/>
            </a:prstGeom>
            <a:ln w="12700">
              <a:miter lim="400000"/>
            </a:ln>
          </p:spPr>
        </p:pic>
      </p:grpSp>
      <p:sp>
        <p:nvSpPr>
          <p:cNvPr id="12" name="Picture Placeholder 2"/>
          <p:cNvSpPr>
            <a:spLocks noGrp="1"/>
          </p:cNvSpPr>
          <p:nvPr>
            <p:ph type="pic" sz="quarter" idx="18" hasCustomPrompt="1"/>
          </p:nvPr>
        </p:nvSpPr>
        <p:spPr>
          <a:xfrm>
            <a:off x="6195060" y="-3810"/>
            <a:ext cx="5996940" cy="5917807"/>
          </a:xfrm>
          <a:prstGeom prst="rect">
            <a:avLst/>
          </a:prstGeom>
          <a:blipFill>
            <a:blip/>
            <a:stretch>
              <a:fillRect/>
            </a:stretch>
          </a:blipFill>
        </p:spPr>
        <p:txBody>
          <a:bodyPr anchor="ctr"/>
          <a:lstStyle>
            <a:lvl1pPr marL="0" indent="0" algn="ctr">
              <a:buNone/>
              <a:defRPr sz="1800" b="1" baseline="0">
                <a:solidFill>
                  <a:schemeClr val="bg1"/>
                </a:solidFill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r>
              <a:rPr lang="en-GB"/>
              <a:t>Double click to add </a:t>
            </a:r>
            <a:br>
              <a:rPr lang="en-GB"/>
            </a:br>
            <a:r>
              <a:rPr lang="en-GB"/>
              <a:t>your picture here</a:t>
            </a:r>
          </a:p>
        </p:txBody>
      </p:sp>
    </p:spTree>
    <p:extLst>
      <p:ext uri="{BB962C8B-B14F-4D97-AF65-F5344CB8AC3E}">
        <p14:creationId xmlns:p14="http://schemas.microsoft.com/office/powerpoint/2010/main" val="4107878498"/>
      </p:ext>
    </p:extLst>
  </p:cSld>
  <p:clrMapOvr>
    <a:masterClrMapping/>
  </p:clrMapOvr>
  <p:transition spd="med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 08">
    <p:bg>
      <p:bgPr>
        <a:solidFill>
          <a:srgbClr val="EE23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Line"/>
          <p:cNvSpPr/>
          <p:nvPr userDrawn="1"/>
        </p:nvSpPr>
        <p:spPr>
          <a:xfrm>
            <a:off x="337654" y="619237"/>
            <a:ext cx="571697" cy="1"/>
          </a:xfrm>
          <a:prstGeom prst="line">
            <a:avLst/>
          </a:prstGeom>
          <a:ln w="25400">
            <a:solidFill>
              <a:schemeClr val="bg1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 sz="1600"/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3" hasCustomPrompt="1"/>
          </p:nvPr>
        </p:nvSpPr>
        <p:spPr>
          <a:xfrm>
            <a:off x="311340" y="364775"/>
            <a:ext cx="5415090" cy="22191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000" cap="all" baseline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Place project name here | DATE</a:t>
            </a:r>
            <a:endParaRPr lang="en-GB"/>
          </a:p>
        </p:txBody>
      </p:sp>
      <p:sp>
        <p:nvSpPr>
          <p:cNvPr id="9" name="Text Placeholder 2"/>
          <p:cNvSpPr>
            <a:spLocks noGrp="1"/>
          </p:cNvSpPr>
          <p:nvPr>
            <p:ph type="body" sz="quarter" idx="14" hasCustomPrompt="1"/>
          </p:nvPr>
        </p:nvSpPr>
        <p:spPr>
          <a:xfrm>
            <a:off x="311340" y="1349455"/>
            <a:ext cx="5415090" cy="540306"/>
          </a:xfrm>
          <a:prstGeom prst="rect">
            <a:avLst/>
          </a:prstGeom>
        </p:spPr>
        <p:txBody>
          <a:bodyPr/>
          <a:lstStyle>
            <a:lvl1pPr marL="0" marR="0" indent="0" algn="l" defTabSz="41275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4550" b="0" i="0" u="none" strike="noStrike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Playfair Display"/>
                <a:ea typeface="Playfair Display"/>
                <a:cs typeface="Playfair Display"/>
                <a:sym typeface="Helvetica Neue"/>
              </a:defRPr>
            </a:lvl1pPr>
          </a:lstStyle>
          <a:p>
            <a:pPr lvl="0"/>
            <a:r>
              <a:rPr lang="en-US"/>
              <a:t>Title goes here</a:t>
            </a:r>
          </a:p>
        </p:txBody>
      </p:sp>
      <p:sp>
        <p:nvSpPr>
          <p:cNvPr id="10" name="Text Placeholder 2"/>
          <p:cNvSpPr>
            <a:spLocks noGrp="1"/>
          </p:cNvSpPr>
          <p:nvPr>
            <p:ph type="body" sz="quarter" idx="15" hasCustomPrompt="1"/>
          </p:nvPr>
        </p:nvSpPr>
        <p:spPr>
          <a:xfrm>
            <a:off x="311340" y="2099192"/>
            <a:ext cx="5415090" cy="198239"/>
          </a:xfrm>
          <a:prstGeom prst="rect">
            <a:avLst/>
          </a:prstGeom>
        </p:spPr>
        <p:txBody>
          <a:bodyPr/>
          <a:lstStyle>
            <a:lvl1pPr marL="0" marR="0" indent="0" algn="l" defTabSz="41275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1600" b="0" i="0" u="none" strike="noStrike" cap="all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Helvetica Neue"/>
              </a:defRPr>
            </a:lvl1pPr>
          </a:lstStyle>
          <a:p>
            <a:pPr lvl="0"/>
            <a:r>
              <a:rPr lang="en-US"/>
              <a:t>SUBTITLE GOES HERE</a:t>
            </a:r>
          </a:p>
        </p:txBody>
      </p:sp>
      <p:sp>
        <p:nvSpPr>
          <p:cNvPr id="11" name="Text Placeholder 2"/>
          <p:cNvSpPr>
            <a:spLocks noGrp="1"/>
          </p:cNvSpPr>
          <p:nvPr>
            <p:ph type="body" sz="quarter" idx="16" hasCustomPrompt="1"/>
          </p:nvPr>
        </p:nvSpPr>
        <p:spPr>
          <a:xfrm>
            <a:off x="337653" y="3215997"/>
            <a:ext cx="5415090" cy="2396218"/>
          </a:xfrm>
          <a:prstGeom prst="rect">
            <a:avLst/>
          </a:prstGeom>
        </p:spPr>
        <p:txBody>
          <a:bodyPr/>
          <a:lstStyle>
            <a:lvl1pPr marL="0" marR="0" indent="0" algn="l" defTabSz="41275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 kumimoji="0" lang="en-US" sz="1200" b="0" i="0" u="none" strike="noStrike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  <a:sym typeface="Helvetica Neue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</a:t>
            </a:r>
            <a:r>
              <a:rPr lang="en-US" err="1"/>
              <a:t>sed</a:t>
            </a:r>
            <a:r>
              <a:rPr lang="en-US"/>
              <a:t>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labore</a:t>
            </a:r>
            <a:r>
              <a:rPr lang="en-US"/>
              <a:t> et </a:t>
            </a:r>
            <a:r>
              <a:rPr lang="en-US" err="1"/>
              <a:t>dolore</a:t>
            </a:r>
            <a:r>
              <a:rPr lang="en-US"/>
              <a:t> magna </a:t>
            </a:r>
            <a:r>
              <a:rPr lang="en-US" err="1"/>
              <a:t>aliqua</a:t>
            </a:r>
            <a:r>
              <a:rPr lang="en-US"/>
              <a:t>.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exercitation </a:t>
            </a:r>
            <a:r>
              <a:rPr lang="en-US" err="1"/>
              <a:t>ullamco</a:t>
            </a:r>
            <a:r>
              <a:rPr lang="en-US"/>
              <a:t> </a:t>
            </a:r>
            <a:r>
              <a:rPr lang="en-US" err="1"/>
              <a:t>laboris</a:t>
            </a:r>
            <a:r>
              <a:rPr lang="en-US"/>
              <a:t> nisi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aliquip</a:t>
            </a:r>
            <a:r>
              <a:rPr lang="en-US"/>
              <a:t> ex </a:t>
            </a:r>
            <a:r>
              <a:rPr lang="en-US" err="1"/>
              <a:t>ea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  <a:r>
              <a:rPr lang="en-US" err="1"/>
              <a:t>Duis</a:t>
            </a:r>
            <a:r>
              <a:rPr lang="en-US"/>
              <a:t> </a:t>
            </a:r>
            <a:r>
              <a:rPr lang="en-US" err="1"/>
              <a:t>aute</a:t>
            </a:r>
            <a:r>
              <a:rPr lang="en-US"/>
              <a:t> </a:t>
            </a:r>
            <a:r>
              <a:rPr lang="en-US" err="1"/>
              <a:t>irure</a:t>
            </a:r>
            <a:r>
              <a:rPr lang="en-US"/>
              <a:t> dolor in </a:t>
            </a:r>
            <a:r>
              <a:rPr lang="en-US" err="1"/>
              <a:t>reprehenderit</a:t>
            </a:r>
            <a:r>
              <a:rPr lang="en-US"/>
              <a:t> in </a:t>
            </a:r>
            <a:r>
              <a:rPr lang="en-US" err="1"/>
              <a:t>voluptate</a:t>
            </a:r>
            <a:r>
              <a:rPr lang="en-US"/>
              <a:t> </a:t>
            </a:r>
            <a:r>
              <a:rPr lang="en-US" err="1"/>
              <a:t>velit</a:t>
            </a:r>
            <a:r>
              <a:rPr lang="en-US"/>
              <a:t> </a:t>
            </a:r>
            <a:r>
              <a:rPr lang="en-US" err="1"/>
              <a:t>esse</a:t>
            </a:r>
            <a:r>
              <a:rPr lang="en-US"/>
              <a:t> </a:t>
            </a:r>
            <a:r>
              <a:rPr lang="en-US" err="1"/>
              <a:t>cillum</a:t>
            </a:r>
            <a:r>
              <a:rPr lang="en-US"/>
              <a:t> </a:t>
            </a:r>
            <a:r>
              <a:rPr lang="en-US" err="1"/>
              <a:t>dolore</a:t>
            </a:r>
            <a:r>
              <a:rPr lang="en-US"/>
              <a:t> </a:t>
            </a:r>
            <a:r>
              <a:rPr lang="en-US" err="1"/>
              <a:t>eu</a:t>
            </a:r>
            <a:r>
              <a:rPr lang="en-US"/>
              <a:t> </a:t>
            </a:r>
            <a:r>
              <a:rPr lang="en-US" err="1"/>
              <a:t>fugiat</a:t>
            </a:r>
            <a:r>
              <a:rPr lang="en-US"/>
              <a:t> </a:t>
            </a:r>
            <a:r>
              <a:rPr lang="en-US" err="1"/>
              <a:t>nulla</a:t>
            </a:r>
            <a:r>
              <a:rPr lang="en-US"/>
              <a:t> </a:t>
            </a:r>
            <a:r>
              <a:rPr lang="en-US" err="1"/>
              <a:t>pariatur</a:t>
            </a:r>
            <a:r>
              <a:rPr lang="en-US"/>
              <a:t>. </a:t>
            </a:r>
            <a:r>
              <a:rPr lang="en-US" err="1"/>
              <a:t>Excepteur</a:t>
            </a:r>
            <a:r>
              <a:rPr lang="en-US"/>
              <a:t> </a:t>
            </a:r>
            <a:r>
              <a:rPr lang="en-US" err="1"/>
              <a:t>sint</a:t>
            </a:r>
            <a:r>
              <a:rPr lang="en-US"/>
              <a:t> </a:t>
            </a:r>
            <a:r>
              <a:rPr lang="en-US" err="1"/>
              <a:t>occaecat</a:t>
            </a:r>
            <a:r>
              <a:rPr lang="en-US"/>
              <a:t> </a:t>
            </a:r>
            <a:r>
              <a:rPr lang="en-US" err="1"/>
              <a:t>cupidatat</a:t>
            </a:r>
            <a:r>
              <a:rPr lang="en-US"/>
              <a:t> non </a:t>
            </a:r>
            <a:r>
              <a:rPr lang="en-US" err="1"/>
              <a:t>proident</a:t>
            </a:r>
            <a:r>
              <a:rPr lang="en-US"/>
              <a:t>, </a:t>
            </a:r>
            <a:r>
              <a:rPr lang="en-US" err="1"/>
              <a:t>sunt</a:t>
            </a:r>
            <a:r>
              <a:rPr lang="en-US"/>
              <a:t> in culpa qui </a:t>
            </a:r>
            <a:r>
              <a:rPr lang="en-US" err="1"/>
              <a:t>officia</a:t>
            </a:r>
            <a:r>
              <a:rPr lang="en-US"/>
              <a:t> </a:t>
            </a:r>
            <a:r>
              <a:rPr lang="en-US" err="1"/>
              <a:t>deserunt</a:t>
            </a:r>
            <a:r>
              <a:rPr lang="en-US"/>
              <a:t> </a:t>
            </a:r>
            <a:r>
              <a:rPr lang="en-US" err="1"/>
              <a:t>mollit</a:t>
            </a:r>
            <a:r>
              <a:rPr lang="en-US"/>
              <a:t> </a:t>
            </a:r>
            <a:r>
              <a:rPr lang="en-US" err="1"/>
              <a:t>anim</a:t>
            </a:r>
            <a:r>
              <a:rPr lang="en-US"/>
              <a:t> id </a:t>
            </a:r>
            <a:r>
              <a:rPr lang="en-US" err="1"/>
              <a:t>est</a:t>
            </a:r>
            <a:r>
              <a:rPr lang="en-US"/>
              <a:t> </a:t>
            </a:r>
            <a:r>
              <a:rPr lang="en-US" err="1"/>
              <a:t>laborum</a:t>
            </a:r>
            <a:r>
              <a:rPr lang="en-US"/>
              <a:t>.</a:t>
            </a:r>
          </a:p>
          <a:p>
            <a:pPr lvl="0"/>
            <a:r>
              <a:rPr lang="en-US" err="1"/>
              <a:t>Sed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perspiciatis</a:t>
            </a:r>
            <a:r>
              <a:rPr lang="en-US"/>
              <a:t> </a:t>
            </a:r>
            <a:r>
              <a:rPr lang="en-US" err="1"/>
              <a:t>unde</a:t>
            </a:r>
            <a:r>
              <a:rPr lang="en-US"/>
              <a:t> </a:t>
            </a:r>
            <a:r>
              <a:rPr lang="en-US" err="1"/>
              <a:t>omnis</a:t>
            </a:r>
            <a:r>
              <a:rPr lang="en-US"/>
              <a:t> </a:t>
            </a:r>
            <a:r>
              <a:rPr lang="en-US" err="1"/>
              <a:t>iste</a:t>
            </a:r>
            <a:r>
              <a:rPr lang="en-US"/>
              <a:t> </a:t>
            </a:r>
            <a:r>
              <a:rPr lang="en-US" err="1"/>
              <a:t>natus</a:t>
            </a:r>
            <a:r>
              <a:rPr lang="en-US"/>
              <a:t> error sit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accusantium</a:t>
            </a:r>
            <a:r>
              <a:rPr lang="en-US"/>
              <a:t> </a:t>
            </a:r>
            <a:r>
              <a:rPr lang="en-US" err="1"/>
              <a:t>doloremque</a:t>
            </a:r>
            <a:r>
              <a:rPr lang="en-US"/>
              <a:t> </a:t>
            </a:r>
            <a:r>
              <a:rPr lang="en-US" err="1"/>
              <a:t>laudantium</a:t>
            </a:r>
            <a:r>
              <a:rPr lang="en-US"/>
              <a:t>, </a:t>
            </a:r>
            <a:r>
              <a:rPr lang="en-US" err="1"/>
              <a:t>totam</a:t>
            </a:r>
            <a:r>
              <a:rPr lang="en-US"/>
              <a:t> rem </a:t>
            </a:r>
            <a:r>
              <a:rPr lang="en-US" err="1"/>
              <a:t>aperiam</a:t>
            </a:r>
            <a:r>
              <a:rPr lang="en-US"/>
              <a:t>, </a:t>
            </a:r>
            <a:r>
              <a:rPr lang="en-US" err="1"/>
              <a:t>eaque</a:t>
            </a:r>
            <a:r>
              <a:rPr lang="en-US"/>
              <a:t> </a:t>
            </a:r>
            <a:r>
              <a:rPr lang="en-US" err="1"/>
              <a:t>ipsa</a:t>
            </a:r>
            <a:r>
              <a:rPr lang="en-US"/>
              <a:t> quae ab </a:t>
            </a:r>
            <a:r>
              <a:rPr lang="en-US" err="1"/>
              <a:t>illo</a:t>
            </a:r>
            <a:r>
              <a:rPr lang="en-US"/>
              <a:t> </a:t>
            </a:r>
            <a:r>
              <a:rPr lang="en-US" err="1"/>
              <a:t>inventore</a:t>
            </a:r>
            <a:r>
              <a:rPr lang="en-US"/>
              <a:t> </a:t>
            </a:r>
            <a:r>
              <a:rPr lang="en-US" err="1"/>
              <a:t>veritatis</a:t>
            </a:r>
            <a:r>
              <a:rPr lang="en-US"/>
              <a:t> et quasi </a:t>
            </a:r>
            <a:r>
              <a:rPr lang="en-US" err="1"/>
              <a:t>architecto</a:t>
            </a:r>
            <a:r>
              <a:rPr lang="en-US"/>
              <a:t> </a:t>
            </a:r>
            <a:r>
              <a:rPr lang="en-US" err="1"/>
              <a:t>beatae</a:t>
            </a:r>
            <a:r>
              <a:rPr lang="en-US"/>
              <a:t> vitae dicta </a:t>
            </a:r>
            <a:r>
              <a:rPr lang="en-US" err="1"/>
              <a:t>sunt</a:t>
            </a:r>
            <a:r>
              <a:rPr lang="en-US"/>
              <a:t> </a:t>
            </a:r>
            <a:r>
              <a:rPr lang="en-US" err="1"/>
              <a:t>explicabo</a:t>
            </a:r>
            <a:r>
              <a:rPr lang="en-US"/>
              <a:t>. Nemo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ipsam</a:t>
            </a:r>
            <a:r>
              <a:rPr lang="en-US"/>
              <a:t>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quia</a:t>
            </a:r>
            <a:r>
              <a:rPr lang="en-US"/>
              <a:t> </a:t>
            </a:r>
            <a:r>
              <a:rPr lang="en-US" err="1"/>
              <a:t>voluptas</a:t>
            </a:r>
            <a:r>
              <a:rPr lang="en-US"/>
              <a:t> sit </a:t>
            </a:r>
            <a:r>
              <a:rPr lang="en-US" err="1"/>
              <a:t>aspernatur</a:t>
            </a:r>
            <a:endParaRPr lang="en-US"/>
          </a:p>
        </p:txBody>
      </p:sp>
      <p:grpSp>
        <p:nvGrpSpPr>
          <p:cNvPr id="13" name="Group 12"/>
          <p:cNvGrpSpPr/>
          <p:nvPr userDrawn="1"/>
        </p:nvGrpSpPr>
        <p:grpSpPr>
          <a:xfrm>
            <a:off x="0" y="5870348"/>
            <a:ext cx="12192000" cy="712398"/>
            <a:chOff x="0" y="11773587"/>
            <a:chExt cx="24384000" cy="1424796"/>
          </a:xfrm>
        </p:grpSpPr>
        <p:sp>
          <p:nvSpPr>
            <p:cNvPr id="14" name="Rectangle 13"/>
            <p:cNvSpPr/>
            <p:nvPr userDrawn="1"/>
          </p:nvSpPr>
          <p:spPr>
            <a:xfrm>
              <a:off x="0" y="11773587"/>
              <a:ext cx="24384000" cy="492442"/>
            </a:xfrm>
            <a:prstGeom prst="rect">
              <a:avLst/>
            </a:prstGeom>
            <a:solidFill>
              <a:schemeClr val="bg1"/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ctr">
              <a:spAutoFit/>
            </a:bodyPr>
            <a:lstStyle/>
            <a:p>
              <a:pPr marL="0" marR="0" indent="0" algn="ctr" defTabSz="41275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16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 Neue Medium"/>
              </a:endParaRPr>
            </a:p>
          </p:txBody>
        </p:sp>
        <p:pic>
          <p:nvPicPr>
            <p:cNvPr id="15" name="Image"/>
            <p:cNvPicPr>
              <a:picLocks noChangeAspect="1"/>
            </p:cNvPicPr>
            <p:nvPr userDrawn="1"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3311" y="12627832"/>
              <a:ext cx="3417301" cy="570551"/>
            </a:xfrm>
            <a:prstGeom prst="rect">
              <a:avLst/>
            </a:prstGeom>
            <a:ln w="12700">
              <a:miter lim="400000"/>
            </a:ln>
          </p:spPr>
        </p:pic>
      </p:grpSp>
      <p:sp>
        <p:nvSpPr>
          <p:cNvPr id="12" name="Picture Placeholder 2"/>
          <p:cNvSpPr>
            <a:spLocks noGrp="1"/>
          </p:cNvSpPr>
          <p:nvPr>
            <p:ph type="pic" sz="quarter" idx="18" hasCustomPrompt="1"/>
          </p:nvPr>
        </p:nvSpPr>
        <p:spPr>
          <a:xfrm>
            <a:off x="6195060" y="-3810"/>
            <a:ext cx="5996940" cy="5917807"/>
          </a:xfrm>
          <a:prstGeom prst="rect">
            <a:avLst/>
          </a:prstGeom>
          <a:blipFill>
            <a:blip/>
            <a:stretch>
              <a:fillRect/>
            </a:stretch>
          </a:blipFill>
        </p:spPr>
        <p:txBody>
          <a:bodyPr anchor="ctr"/>
          <a:lstStyle>
            <a:lvl1pPr marL="0" indent="0" algn="ctr">
              <a:buNone/>
              <a:defRPr sz="1800" b="1" baseline="0">
                <a:solidFill>
                  <a:schemeClr val="bg1"/>
                </a:solidFill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r>
              <a:rPr lang="en-GB"/>
              <a:t>Double click to add </a:t>
            </a:r>
            <a:br>
              <a:rPr lang="en-GB"/>
            </a:br>
            <a:r>
              <a:rPr lang="en-GB"/>
              <a:t>your picture here</a:t>
            </a:r>
          </a:p>
        </p:txBody>
      </p:sp>
    </p:spTree>
    <p:extLst>
      <p:ext uri="{BB962C8B-B14F-4D97-AF65-F5344CB8AC3E}">
        <p14:creationId xmlns:p14="http://schemas.microsoft.com/office/powerpoint/2010/main" val="166378527"/>
      </p:ext>
    </p:extLst>
  </p:cSld>
  <p:clrMapOvr>
    <a:masterClrMapping/>
  </p:clrMapOvr>
  <p:transition spd="med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 0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Line"/>
          <p:cNvSpPr/>
          <p:nvPr userDrawn="1"/>
        </p:nvSpPr>
        <p:spPr>
          <a:xfrm>
            <a:off x="6460324" y="619237"/>
            <a:ext cx="571697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 sz="1600"/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3" hasCustomPrompt="1"/>
          </p:nvPr>
        </p:nvSpPr>
        <p:spPr>
          <a:xfrm>
            <a:off x="6434010" y="364775"/>
            <a:ext cx="5415090" cy="22191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000" cap="all" baseline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Place project name here | DATE</a:t>
            </a:r>
            <a:endParaRPr lang="en-GB"/>
          </a:p>
        </p:txBody>
      </p:sp>
      <p:sp>
        <p:nvSpPr>
          <p:cNvPr id="9" name="Text Placeholder 2"/>
          <p:cNvSpPr>
            <a:spLocks noGrp="1"/>
          </p:cNvSpPr>
          <p:nvPr>
            <p:ph type="body" sz="quarter" idx="14" hasCustomPrompt="1"/>
          </p:nvPr>
        </p:nvSpPr>
        <p:spPr>
          <a:xfrm>
            <a:off x="6434010" y="1349455"/>
            <a:ext cx="5415090" cy="540306"/>
          </a:xfrm>
          <a:prstGeom prst="rect">
            <a:avLst/>
          </a:prstGeom>
        </p:spPr>
        <p:txBody>
          <a:bodyPr/>
          <a:lstStyle>
            <a:lvl1pPr marL="0" marR="0" indent="0" algn="l" defTabSz="41275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4550" b="0" i="0" u="none" strike="noStrike" cap="none" spc="0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Playfair Display"/>
                <a:ea typeface="Playfair Display"/>
                <a:cs typeface="Playfair Display"/>
                <a:sym typeface="Helvetica Neue"/>
              </a:defRPr>
            </a:lvl1pPr>
          </a:lstStyle>
          <a:p>
            <a:pPr lvl="0"/>
            <a:r>
              <a:rPr lang="en-US"/>
              <a:t>Title goes here</a:t>
            </a:r>
          </a:p>
        </p:txBody>
      </p:sp>
      <p:sp>
        <p:nvSpPr>
          <p:cNvPr id="10" name="Text Placeholder 2"/>
          <p:cNvSpPr>
            <a:spLocks noGrp="1"/>
          </p:cNvSpPr>
          <p:nvPr>
            <p:ph type="body" sz="quarter" idx="15" hasCustomPrompt="1"/>
          </p:nvPr>
        </p:nvSpPr>
        <p:spPr>
          <a:xfrm>
            <a:off x="6434010" y="2099192"/>
            <a:ext cx="5415090" cy="198239"/>
          </a:xfrm>
          <a:prstGeom prst="rect">
            <a:avLst/>
          </a:prstGeom>
        </p:spPr>
        <p:txBody>
          <a:bodyPr/>
          <a:lstStyle>
            <a:lvl1pPr marL="0" marR="0" indent="0" algn="l" defTabSz="41275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1600" b="0" i="0" u="none" strike="noStrike" cap="all" spc="0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Helvetica Neue"/>
              </a:defRPr>
            </a:lvl1pPr>
          </a:lstStyle>
          <a:p>
            <a:pPr lvl="0"/>
            <a:r>
              <a:rPr lang="en-US"/>
              <a:t>SUBTITLE GOES HERE</a:t>
            </a:r>
          </a:p>
        </p:txBody>
      </p:sp>
      <p:sp>
        <p:nvSpPr>
          <p:cNvPr id="11" name="Text Placeholder 2"/>
          <p:cNvSpPr>
            <a:spLocks noGrp="1"/>
          </p:cNvSpPr>
          <p:nvPr>
            <p:ph type="body" sz="quarter" idx="16" hasCustomPrompt="1"/>
          </p:nvPr>
        </p:nvSpPr>
        <p:spPr>
          <a:xfrm>
            <a:off x="6460324" y="3215997"/>
            <a:ext cx="5415090" cy="2396218"/>
          </a:xfrm>
          <a:prstGeom prst="rect">
            <a:avLst/>
          </a:prstGeom>
        </p:spPr>
        <p:txBody>
          <a:bodyPr/>
          <a:lstStyle>
            <a:lvl1pPr marL="0" marR="0" indent="0" algn="l" defTabSz="41275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 kumimoji="0" lang="en-US" sz="1200" b="0" i="0" u="none" strike="noStrike" cap="none" spc="0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  <a:sym typeface="Helvetica Neue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</a:t>
            </a:r>
            <a:r>
              <a:rPr lang="en-US" err="1"/>
              <a:t>sed</a:t>
            </a:r>
            <a:r>
              <a:rPr lang="en-US"/>
              <a:t>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labore</a:t>
            </a:r>
            <a:r>
              <a:rPr lang="en-US"/>
              <a:t> et </a:t>
            </a:r>
            <a:r>
              <a:rPr lang="en-US" err="1"/>
              <a:t>dolore</a:t>
            </a:r>
            <a:r>
              <a:rPr lang="en-US"/>
              <a:t> magna </a:t>
            </a:r>
            <a:r>
              <a:rPr lang="en-US" err="1"/>
              <a:t>aliqua</a:t>
            </a:r>
            <a:r>
              <a:rPr lang="en-US"/>
              <a:t>.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exercitation </a:t>
            </a:r>
            <a:r>
              <a:rPr lang="en-US" err="1"/>
              <a:t>ullamco</a:t>
            </a:r>
            <a:r>
              <a:rPr lang="en-US"/>
              <a:t> </a:t>
            </a:r>
            <a:r>
              <a:rPr lang="en-US" err="1"/>
              <a:t>laboris</a:t>
            </a:r>
            <a:r>
              <a:rPr lang="en-US"/>
              <a:t> nisi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aliquip</a:t>
            </a:r>
            <a:r>
              <a:rPr lang="en-US"/>
              <a:t> ex </a:t>
            </a:r>
            <a:r>
              <a:rPr lang="en-US" err="1"/>
              <a:t>ea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  <a:r>
              <a:rPr lang="en-US" err="1"/>
              <a:t>Duis</a:t>
            </a:r>
            <a:r>
              <a:rPr lang="en-US"/>
              <a:t> </a:t>
            </a:r>
            <a:r>
              <a:rPr lang="en-US" err="1"/>
              <a:t>aute</a:t>
            </a:r>
            <a:r>
              <a:rPr lang="en-US"/>
              <a:t> </a:t>
            </a:r>
            <a:r>
              <a:rPr lang="en-US" err="1"/>
              <a:t>irure</a:t>
            </a:r>
            <a:r>
              <a:rPr lang="en-US"/>
              <a:t> dolor in </a:t>
            </a:r>
            <a:r>
              <a:rPr lang="en-US" err="1"/>
              <a:t>reprehenderit</a:t>
            </a:r>
            <a:r>
              <a:rPr lang="en-US"/>
              <a:t> in </a:t>
            </a:r>
            <a:r>
              <a:rPr lang="en-US" err="1"/>
              <a:t>voluptate</a:t>
            </a:r>
            <a:r>
              <a:rPr lang="en-US"/>
              <a:t> </a:t>
            </a:r>
            <a:r>
              <a:rPr lang="en-US" err="1"/>
              <a:t>velit</a:t>
            </a:r>
            <a:r>
              <a:rPr lang="en-US"/>
              <a:t> </a:t>
            </a:r>
            <a:r>
              <a:rPr lang="en-US" err="1"/>
              <a:t>esse</a:t>
            </a:r>
            <a:r>
              <a:rPr lang="en-US"/>
              <a:t> </a:t>
            </a:r>
            <a:r>
              <a:rPr lang="en-US" err="1"/>
              <a:t>cillum</a:t>
            </a:r>
            <a:r>
              <a:rPr lang="en-US"/>
              <a:t> </a:t>
            </a:r>
            <a:r>
              <a:rPr lang="en-US" err="1"/>
              <a:t>dolore</a:t>
            </a:r>
            <a:r>
              <a:rPr lang="en-US"/>
              <a:t> </a:t>
            </a:r>
            <a:r>
              <a:rPr lang="en-US" err="1"/>
              <a:t>eu</a:t>
            </a:r>
            <a:r>
              <a:rPr lang="en-US"/>
              <a:t> </a:t>
            </a:r>
            <a:r>
              <a:rPr lang="en-US" err="1"/>
              <a:t>fugiat</a:t>
            </a:r>
            <a:r>
              <a:rPr lang="en-US"/>
              <a:t> </a:t>
            </a:r>
            <a:r>
              <a:rPr lang="en-US" err="1"/>
              <a:t>nulla</a:t>
            </a:r>
            <a:r>
              <a:rPr lang="en-US"/>
              <a:t> </a:t>
            </a:r>
            <a:r>
              <a:rPr lang="en-US" err="1"/>
              <a:t>pariatur</a:t>
            </a:r>
            <a:r>
              <a:rPr lang="en-US"/>
              <a:t>. </a:t>
            </a:r>
            <a:r>
              <a:rPr lang="en-US" err="1"/>
              <a:t>Excepteur</a:t>
            </a:r>
            <a:r>
              <a:rPr lang="en-US"/>
              <a:t> </a:t>
            </a:r>
            <a:r>
              <a:rPr lang="en-US" err="1"/>
              <a:t>sint</a:t>
            </a:r>
            <a:r>
              <a:rPr lang="en-US"/>
              <a:t> </a:t>
            </a:r>
            <a:r>
              <a:rPr lang="en-US" err="1"/>
              <a:t>occaecat</a:t>
            </a:r>
            <a:r>
              <a:rPr lang="en-US"/>
              <a:t> </a:t>
            </a:r>
            <a:r>
              <a:rPr lang="en-US" err="1"/>
              <a:t>cupidatat</a:t>
            </a:r>
            <a:r>
              <a:rPr lang="en-US"/>
              <a:t> non </a:t>
            </a:r>
            <a:r>
              <a:rPr lang="en-US" err="1"/>
              <a:t>proident</a:t>
            </a:r>
            <a:r>
              <a:rPr lang="en-US"/>
              <a:t>, </a:t>
            </a:r>
            <a:r>
              <a:rPr lang="en-US" err="1"/>
              <a:t>sunt</a:t>
            </a:r>
            <a:r>
              <a:rPr lang="en-US"/>
              <a:t> in culpa qui </a:t>
            </a:r>
            <a:r>
              <a:rPr lang="en-US" err="1"/>
              <a:t>officia</a:t>
            </a:r>
            <a:r>
              <a:rPr lang="en-US"/>
              <a:t> </a:t>
            </a:r>
            <a:r>
              <a:rPr lang="en-US" err="1"/>
              <a:t>deserunt</a:t>
            </a:r>
            <a:r>
              <a:rPr lang="en-US"/>
              <a:t> </a:t>
            </a:r>
            <a:r>
              <a:rPr lang="en-US" err="1"/>
              <a:t>mollit</a:t>
            </a:r>
            <a:r>
              <a:rPr lang="en-US"/>
              <a:t> </a:t>
            </a:r>
            <a:r>
              <a:rPr lang="en-US" err="1"/>
              <a:t>anim</a:t>
            </a:r>
            <a:r>
              <a:rPr lang="en-US"/>
              <a:t> id </a:t>
            </a:r>
            <a:r>
              <a:rPr lang="en-US" err="1"/>
              <a:t>est</a:t>
            </a:r>
            <a:r>
              <a:rPr lang="en-US"/>
              <a:t> </a:t>
            </a:r>
            <a:r>
              <a:rPr lang="en-US" err="1"/>
              <a:t>laborum</a:t>
            </a:r>
            <a:r>
              <a:rPr lang="en-US"/>
              <a:t>.</a:t>
            </a:r>
          </a:p>
          <a:p>
            <a:pPr lvl="0"/>
            <a:r>
              <a:rPr lang="en-US" err="1"/>
              <a:t>Sed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perspiciatis</a:t>
            </a:r>
            <a:r>
              <a:rPr lang="en-US"/>
              <a:t> </a:t>
            </a:r>
            <a:r>
              <a:rPr lang="en-US" err="1"/>
              <a:t>unde</a:t>
            </a:r>
            <a:r>
              <a:rPr lang="en-US"/>
              <a:t> </a:t>
            </a:r>
            <a:r>
              <a:rPr lang="en-US" err="1"/>
              <a:t>omnis</a:t>
            </a:r>
            <a:r>
              <a:rPr lang="en-US"/>
              <a:t> </a:t>
            </a:r>
            <a:r>
              <a:rPr lang="en-US" err="1"/>
              <a:t>iste</a:t>
            </a:r>
            <a:r>
              <a:rPr lang="en-US"/>
              <a:t> </a:t>
            </a:r>
            <a:r>
              <a:rPr lang="en-US" err="1"/>
              <a:t>natus</a:t>
            </a:r>
            <a:r>
              <a:rPr lang="en-US"/>
              <a:t> error sit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accusantium</a:t>
            </a:r>
            <a:r>
              <a:rPr lang="en-US"/>
              <a:t> </a:t>
            </a:r>
            <a:r>
              <a:rPr lang="en-US" err="1"/>
              <a:t>doloremque</a:t>
            </a:r>
            <a:r>
              <a:rPr lang="en-US"/>
              <a:t> </a:t>
            </a:r>
            <a:r>
              <a:rPr lang="en-US" err="1"/>
              <a:t>laudantium</a:t>
            </a:r>
            <a:r>
              <a:rPr lang="en-US"/>
              <a:t>, </a:t>
            </a:r>
            <a:r>
              <a:rPr lang="en-US" err="1"/>
              <a:t>totam</a:t>
            </a:r>
            <a:r>
              <a:rPr lang="en-US"/>
              <a:t> rem </a:t>
            </a:r>
            <a:r>
              <a:rPr lang="en-US" err="1"/>
              <a:t>aperiam</a:t>
            </a:r>
            <a:r>
              <a:rPr lang="en-US"/>
              <a:t>, </a:t>
            </a:r>
            <a:r>
              <a:rPr lang="en-US" err="1"/>
              <a:t>eaque</a:t>
            </a:r>
            <a:r>
              <a:rPr lang="en-US"/>
              <a:t> </a:t>
            </a:r>
            <a:r>
              <a:rPr lang="en-US" err="1"/>
              <a:t>ipsa</a:t>
            </a:r>
            <a:r>
              <a:rPr lang="en-US"/>
              <a:t> quae ab </a:t>
            </a:r>
            <a:r>
              <a:rPr lang="en-US" err="1"/>
              <a:t>illo</a:t>
            </a:r>
            <a:r>
              <a:rPr lang="en-US"/>
              <a:t> </a:t>
            </a:r>
            <a:r>
              <a:rPr lang="en-US" err="1"/>
              <a:t>inventore</a:t>
            </a:r>
            <a:r>
              <a:rPr lang="en-US"/>
              <a:t> </a:t>
            </a:r>
            <a:r>
              <a:rPr lang="en-US" err="1"/>
              <a:t>veritatis</a:t>
            </a:r>
            <a:r>
              <a:rPr lang="en-US"/>
              <a:t> et quasi </a:t>
            </a:r>
            <a:r>
              <a:rPr lang="en-US" err="1"/>
              <a:t>architecto</a:t>
            </a:r>
            <a:r>
              <a:rPr lang="en-US"/>
              <a:t> </a:t>
            </a:r>
            <a:r>
              <a:rPr lang="en-US" err="1"/>
              <a:t>beatae</a:t>
            </a:r>
            <a:r>
              <a:rPr lang="en-US"/>
              <a:t> vitae dicta </a:t>
            </a:r>
            <a:r>
              <a:rPr lang="en-US" err="1"/>
              <a:t>sunt</a:t>
            </a:r>
            <a:r>
              <a:rPr lang="en-US"/>
              <a:t> </a:t>
            </a:r>
            <a:r>
              <a:rPr lang="en-US" err="1"/>
              <a:t>explicabo</a:t>
            </a:r>
            <a:r>
              <a:rPr lang="en-US"/>
              <a:t>. Nemo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ipsam</a:t>
            </a:r>
            <a:r>
              <a:rPr lang="en-US"/>
              <a:t>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quia</a:t>
            </a:r>
            <a:r>
              <a:rPr lang="en-US"/>
              <a:t> </a:t>
            </a:r>
            <a:r>
              <a:rPr lang="en-US" err="1"/>
              <a:t>voluptas</a:t>
            </a:r>
            <a:r>
              <a:rPr lang="en-US"/>
              <a:t> sit </a:t>
            </a:r>
            <a:r>
              <a:rPr lang="en-US" err="1"/>
              <a:t>aspernatur</a:t>
            </a:r>
            <a:endParaRPr lang="en-US"/>
          </a:p>
        </p:txBody>
      </p:sp>
      <p:sp>
        <p:nvSpPr>
          <p:cNvPr id="12" name="Rectangle 11"/>
          <p:cNvSpPr/>
          <p:nvPr userDrawn="1"/>
        </p:nvSpPr>
        <p:spPr>
          <a:xfrm>
            <a:off x="0" y="5886794"/>
            <a:ext cx="12192000" cy="246221"/>
          </a:xfrm>
          <a:prstGeom prst="rect">
            <a:avLst/>
          </a:prstGeom>
          <a:solidFill>
            <a:schemeClr val="tx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anchor="ctr">
            <a:spAutoFit/>
          </a:bodyPr>
          <a:lstStyle/>
          <a:p>
            <a:pPr marL="0" marR="0" indent="0" algn="ctr" defTabSz="41275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Neue Medium"/>
            </a:endParaRPr>
          </a:p>
        </p:txBody>
      </p:sp>
      <p:pic>
        <p:nvPicPr>
          <p:cNvPr id="13" name="Image" descr="Image"/>
          <p:cNvPicPr>
            <a:picLocks noChangeAspect="1"/>
          </p:cNvPicPr>
          <p:nvPr userDrawn="1"/>
        </p:nvPicPr>
        <p:blipFill>
          <a:blip/>
          <a:stretch>
            <a:fillRect/>
          </a:stretch>
        </p:blipFill>
        <p:spPr>
          <a:xfrm>
            <a:off x="311340" y="6313916"/>
            <a:ext cx="1709282" cy="285276"/>
          </a:xfrm>
          <a:prstGeom prst="rect">
            <a:avLst/>
          </a:prstGeom>
          <a:ln w="12700">
            <a:miter lim="400000"/>
          </a:ln>
        </p:spPr>
      </p:pic>
      <p:sp>
        <p:nvSpPr>
          <p:cNvPr id="15" name="Picture Placeholder 2"/>
          <p:cNvSpPr>
            <a:spLocks noGrp="1"/>
          </p:cNvSpPr>
          <p:nvPr>
            <p:ph type="pic" sz="quarter" idx="18" hasCustomPrompt="1"/>
          </p:nvPr>
        </p:nvSpPr>
        <p:spPr>
          <a:xfrm>
            <a:off x="0" y="-3810"/>
            <a:ext cx="5996940" cy="5917807"/>
          </a:xfrm>
          <a:prstGeom prst="rect">
            <a:avLst/>
          </a:prstGeom>
          <a:blipFill>
            <a:blip/>
            <a:stretch>
              <a:fillRect/>
            </a:stretch>
          </a:blipFill>
        </p:spPr>
        <p:txBody>
          <a:bodyPr anchor="ctr"/>
          <a:lstStyle>
            <a:lvl1pPr marL="0" indent="0" algn="ctr">
              <a:buNone/>
              <a:defRPr sz="1800" b="1" baseline="0">
                <a:solidFill>
                  <a:schemeClr val="bg1"/>
                </a:solidFill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r>
              <a:rPr lang="en-GB"/>
              <a:t>Double click to add </a:t>
            </a:r>
            <a:br>
              <a:rPr lang="en-GB"/>
            </a:br>
            <a:r>
              <a:rPr lang="en-GB"/>
              <a:t>your picture here</a:t>
            </a:r>
          </a:p>
        </p:txBody>
      </p:sp>
    </p:spTree>
    <p:extLst>
      <p:ext uri="{BB962C8B-B14F-4D97-AF65-F5344CB8AC3E}">
        <p14:creationId xmlns:p14="http://schemas.microsoft.com/office/powerpoint/2010/main" val="2430231358"/>
      </p:ext>
    </p:extLst>
  </p:cSld>
  <p:clrMapOvr>
    <a:masterClrMapping/>
  </p:clrMapOvr>
  <p:transition spd="med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 10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Line"/>
          <p:cNvSpPr/>
          <p:nvPr userDrawn="1"/>
        </p:nvSpPr>
        <p:spPr>
          <a:xfrm>
            <a:off x="6460324" y="619237"/>
            <a:ext cx="571697" cy="1"/>
          </a:xfrm>
          <a:prstGeom prst="line">
            <a:avLst/>
          </a:prstGeom>
          <a:ln w="25400">
            <a:solidFill>
              <a:schemeClr val="bg1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 sz="1600"/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3" hasCustomPrompt="1"/>
          </p:nvPr>
        </p:nvSpPr>
        <p:spPr>
          <a:xfrm>
            <a:off x="6460324" y="364775"/>
            <a:ext cx="5415090" cy="22191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000" cap="all" baseline="0">
                <a:solidFill>
                  <a:schemeClr val="bg1"/>
                </a:solidFill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lvl="0"/>
            <a:r>
              <a:rPr lang="en-US"/>
              <a:t>Place project name here | DATE</a:t>
            </a:r>
            <a:endParaRPr lang="en-GB"/>
          </a:p>
        </p:txBody>
      </p:sp>
      <p:sp>
        <p:nvSpPr>
          <p:cNvPr id="9" name="Text Placeholder 2"/>
          <p:cNvSpPr>
            <a:spLocks noGrp="1"/>
          </p:cNvSpPr>
          <p:nvPr>
            <p:ph type="body" sz="quarter" idx="14" hasCustomPrompt="1"/>
          </p:nvPr>
        </p:nvSpPr>
        <p:spPr>
          <a:xfrm>
            <a:off x="6460324" y="1349455"/>
            <a:ext cx="5415090" cy="540306"/>
          </a:xfrm>
          <a:prstGeom prst="rect">
            <a:avLst/>
          </a:prstGeom>
        </p:spPr>
        <p:txBody>
          <a:bodyPr/>
          <a:lstStyle>
            <a:lvl1pPr marL="0" marR="0" indent="0" algn="l" defTabSz="41275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4550" b="0" i="0" u="none" strike="noStrike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Playfair Display"/>
                <a:ea typeface="Playfair Display"/>
                <a:cs typeface="Playfair Display"/>
                <a:sym typeface="Helvetica Neue"/>
              </a:defRPr>
            </a:lvl1pPr>
          </a:lstStyle>
          <a:p>
            <a:pPr lvl="0"/>
            <a:r>
              <a:rPr lang="en-US"/>
              <a:t>Title goes here</a:t>
            </a:r>
          </a:p>
        </p:txBody>
      </p:sp>
      <p:sp>
        <p:nvSpPr>
          <p:cNvPr id="10" name="Text Placeholder 2"/>
          <p:cNvSpPr>
            <a:spLocks noGrp="1"/>
          </p:cNvSpPr>
          <p:nvPr>
            <p:ph type="body" sz="quarter" idx="15" hasCustomPrompt="1"/>
          </p:nvPr>
        </p:nvSpPr>
        <p:spPr>
          <a:xfrm>
            <a:off x="6460324" y="2099192"/>
            <a:ext cx="5415090" cy="198239"/>
          </a:xfrm>
          <a:prstGeom prst="rect">
            <a:avLst/>
          </a:prstGeom>
        </p:spPr>
        <p:txBody>
          <a:bodyPr/>
          <a:lstStyle>
            <a:lvl1pPr marL="0" marR="0" indent="0" algn="l" defTabSz="41275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1600" b="0" i="0" u="none" strike="noStrike" cap="all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  <a:sym typeface="Helvetica Neue"/>
              </a:defRPr>
            </a:lvl1pPr>
          </a:lstStyle>
          <a:p>
            <a:pPr lvl="0"/>
            <a:r>
              <a:rPr lang="en-US"/>
              <a:t>SUBTITLE GOES HERE</a:t>
            </a:r>
          </a:p>
        </p:txBody>
      </p:sp>
      <p:sp>
        <p:nvSpPr>
          <p:cNvPr id="11" name="Text Placeholder 2"/>
          <p:cNvSpPr>
            <a:spLocks noGrp="1"/>
          </p:cNvSpPr>
          <p:nvPr>
            <p:ph type="body" sz="quarter" idx="16" hasCustomPrompt="1"/>
          </p:nvPr>
        </p:nvSpPr>
        <p:spPr>
          <a:xfrm>
            <a:off x="6486637" y="3215997"/>
            <a:ext cx="5415090" cy="2396218"/>
          </a:xfrm>
          <a:prstGeom prst="rect">
            <a:avLst/>
          </a:prstGeom>
        </p:spPr>
        <p:txBody>
          <a:bodyPr/>
          <a:lstStyle>
            <a:lvl1pPr marL="0" marR="0" indent="0" algn="l" defTabSz="41275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 kumimoji="0" lang="en-US" sz="1200" b="0" i="0" u="none" strike="noStrike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  <a:sym typeface="Helvetica Neue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</a:t>
            </a:r>
            <a:r>
              <a:rPr lang="en-US" err="1"/>
              <a:t>sed</a:t>
            </a:r>
            <a:r>
              <a:rPr lang="en-US"/>
              <a:t>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labore</a:t>
            </a:r>
            <a:r>
              <a:rPr lang="en-US"/>
              <a:t> et </a:t>
            </a:r>
            <a:r>
              <a:rPr lang="en-US" err="1"/>
              <a:t>dolore</a:t>
            </a:r>
            <a:r>
              <a:rPr lang="en-US"/>
              <a:t> magna </a:t>
            </a:r>
            <a:r>
              <a:rPr lang="en-US" err="1"/>
              <a:t>aliqua</a:t>
            </a:r>
            <a:r>
              <a:rPr lang="en-US"/>
              <a:t>.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exercitation </a:t>
            </a:r>
            <a:r>
              <a:rPr lang="en-US" err="1"/>
              <a:t>ullamco</a:t>
            </a:r>
            <a:r>
              <a:rPr lang="en-US"/>
              <a:t> </a:t>
            </a:r>
            <a:r>
              <a:rPr lang="en-US" err="1"/>
              <a:t>laboris</a:t>
            </a:r>
            <a:r>
              <a:rPr lang="en-US"/>
              <a:t> nisi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aliquip</a:t>
            </a:r>
            <a:r>
              <a:rPr lang="en-US"/>
              <a:t> ex </a:t>
            </a:r>
            <a:r>
              <a:rPr lang="en-US" err="1"/>
              <a:t>ea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  <a:r>
              <a:rPr lang="en-US" err="1"/>
              <a:t>Duis</a:t>
            </a:r>
            <a:r>
              <a:rPr lang="en-US"/>
              <a:t> </a:t>
            </a:r>
            <a:r>
              <a:rPr lang="en-US" err="1"/>
              <a:t>aute</a:t>
            </a:r>
            <a:r>
              <a:rPr lang="en-US"/>
              <a:t> </a:t>
            </a:r>
            <a:r>
              <a:rPr lang="en-US" err="1"/>
              <a:t>irure</a:t>
            </a:r>
            <a:r>
              <a:rPr lang="en-US"/>
              <a:t> dolor in </a:t>
            </a:r>
            <a:r>
              <a:rPr lang="en-US" err="1"/>
              <a:t>reprehenderit</a:t>
            </a:r>
            <a:r>
              <a:rPr lang="en-US"/>
              <a:t> in </a:t>
            </a:r>
            <a:r>
              <a:rPr lang="en-US" err="1"/>
              <a:t>voluptate</a:t>
            </a:r>
            <a:r>
              <a:rPr lang="en-US"/>
              <a:t> </a:t>
            </a:r>
            <a:r>
              <a:rPr lang="en-US" err="1"/>
              <a:t>velit</a:t>
            </a:r>
            <a:r>
              <a:rPr lang="en-US"/>
              <a:t> </a:t>
            </a:r>
            <a:r>
              <a:rPr lang="en-US" err="1"/>
              <a:t>esse</a:t>
            </a:r>
            <a:r>
              <a:rPr lang="en-US"/>
              <a:t> </a:t>
            </a:r>
            <a:r>
              <a:rPr lang="en-US" err="1"/>
              <a:t>cillum</a:t>
            </a:r>
            <a:r>
              <a:rPr lang="en-US"/>
              <a:t> </a:t>
            </a:r>
            <a:r>
              <a:rPr lang="en-US" err="1"/>
              <a:t>dolore</a:t>
            </a:r>
            <a:r>
              <a:rPr lang="en-US"/>
              <a:t> </a:t>
            </a:r>
            <a:r>
              <a:rPr lang="en-US" err="1"/>
              <a:t>eu</a:t>
            </a:r>
            <a:r>
              <a:rPr lang="en-US"/>
              <a:t> </a:t>
            </a:r>
            <a:r>
              <a:rPr lang="en-US" err="1"/>
              <a:t>fugiat</a:t>
            </a:r>
            <a:r>
              <a:rPr lang="en-US"/>
              <a:t> </a:t>
            </a:r>
            <a:r>
              <a:rPr lang="en-US" err="1"/>
              <a:t>nulla</a:t>
            </a:r>
            <a:r>
              <a:rPr lang="en-US"/>
              <a:t> </a:t>
            </a:r>
            <a:r>
              <a:rPr lang="en-US" err="1"/>
              <a:t>pariatur</a:t>
            </a:r>
            <a:r>
              <a:rPr lang="en-US"/>
              <a:t>. </a:t>
            </a:r>
            <a:r>
              <a:rPr lang="en-US" err="1"/>
              <a:t>Excepteur</a:t>
            </a:r>
            <a:r>
              <a:rPr lang="en-US"/>
              <a:t> </a:t>
            </a:r>
            <a:r>
              <a:rPr lang="en-US" err="1"/>
              <a:t>sint</a:t>
            </a:r>
            <a:r>
              <a:rPr lang="en-US"/>
              <a:t> </a:t>
            </a:r>
            <a:r>
              <a:rPr lang="en-US" err="1"/>
              <a:t>occaecat</a:t>
            </a:r>
            <a:r>
              <a:rPr lang="en-US"/>
              <a:t> </a:t>
            </a:r>
            <a:r>
              <a:rPr lang="en-US" err="1"/>
              <a:t>cupidatat</a:t>
            </a:r>
            <a:r>
              <a:rPr lang="en-US"/>
              <a:t> non </a:t>
            </a:r>
            <a:r>
              <a:rPr lang="en-US" err="1"/>
              <a:t>proident</a:t>
            </a:r>
            <a:r>
              <a:rPr lang="en-US"/>
              <a:t>, </a:t>
            </a:r>
            <a:r>
              <a:rPr lang="en-US" err="1"/>
              <a:t>sunt</a:t>
            </a:r>
            <a:r>
              <a:rPr lang="en-US"/>
              <a:t> in culpa qui </a:t>
            </a:r>
            <a:r>
              <a:rPr lang="en-US" err="1"/>
              <a:t>officia</a:t>
            </a:r>
            <a:r>
              <a:rPr lang="en-US"/>
              <a:t> </a:t>
            </a:r>
            <a:r>
              <a:rPr lang="en-US" err="1"/>
              <a:t>deserunt</a:t>
            </a:r>
            <a:r>
              <a:rPr lang="en-US"/>
              <a:t> </a:t>
            </a:r>
            <a:r>
              <a:rPr lang="en-US" err="1"/>
              <a:t>mollit</a:t>
            </a:r>
            <a:r>
              <a:rPr lang="en-US"/>
              <a:t> </a:t>
            </a:r>
            <a:r>
              <a:rPr lang="en-US" err="1"/>
              <a:t>anim</a:t>
            </a:r>
            <a:r>
              <a:rPr lang="en-US"/>
              <a:t> id </a:t>
            </a:r>
            <a:r>
              <a:rPr lang="en-US" err="1"/>
              <a:t>est</a:t>
            </a:r>
            <a:r>
              <a:rPr lang="en-US"/>
              <a:t> </a:t>
            </a:r>
            <a:r>
              <a:rPr lang="en-US" err="1"/>
              <a:t>laborum</a:t>
            </a:r>
            <a:r>
              <a:rPr lang="en-US"/>
              <a:t>.</a:t>
            </a:r>
          </a:p>
          <a:p>
            <a:pPr lvl="0"/>
            <a:r>
              <a:rPr lang="en-US" err="1"/>
              <a:t>Sed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perspiciatis</a:t>
            </a:r>
            <a:r>
              <a:rPr lang="en-US"/>
              <a:t> </a:t>
            </a:r>
            <a:r>
              <a:rPr lang="en-US" err="1"/>
              <a:t>unde</a:t>
            </a:r>
            <a:r>
              <a:rPr lang="en-US"/>
              <a:t> </a:t>
            </a:r>
            <a:r>
              <a:rPr lang="en-US" err="1"/>
              <a:t>omnis</a:t>
            </a:r>
            <a:r>
              <a:rPr lang="en-US"/>
              <a:t> </a:t>
            </a:r>
            <a:r>
              <a:rPr lang="en-US" err="1"/>
              <a:t>iste</a:t>
            </a:r>
            <a:r>
              <a:rPr lang="en-US"/>
              <a:t> </a:t>
            </a:r>
            <a:r>
              <a:rPr lang="en-US" err="1"/>
              <a:t>natus</a:t>
            </a:r>
            <a:r>
              <a:rPr lang="en-US"/>
              <a:t> error sit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accusantium</a:t>
            </a:r>
            <a:r>
              <a:rPr lang="en-US"/>
              <a:t> </a:t>
            </a:r>
            <a:r>
              <a:rPr lang="en-US" err="1"/>
              <a:t>doloremque</a:t>
            </a:r>
            <a:r>
              <a:rPr lang="en-US"/>
              <a:t> </a:t>
            </a:r>
            <a:r>
              <a:rPr lang="en-US" err="1"/>
              <a:t>laudantium</a:t>
            </a:r>
            <a:r>
              <a:rPr lang="en-US"/>
              <a:t>, </a:t>
            </a:r>
            <a:r>
              <a:rPr lang="en-US" err="1"/>
              <a:t>totam</a:t>
            </a:r>
            <a:r>
              <a:rPr lang="en-US"/>
              <a:t> rem </a:t>
            </a:r>
            <a:r>
              <a:rPr lang="en-US" err="1"/>
              <a:t>aperiam</a:t>
            </a:r>
            <a:r>
              <a:rPr lang="en-US"/>
              <a:t>, </a:t>
            </a:r>
            <a:r>
              <a:rPr lang="en-US" err="1"/>
              <a:t>eaque</a:t>
            </a:r>
            <a:r>
              <a:rPr lang="en-US"/>
              <a:t> </a:t>
            </a:r>
            <a:r>
              <a:rPr lang="en-US" err="1"/>
              <a:t>ipsa</a:t>
            </a:r>
            <a:r>
              <a:rPr lang="en-US"/>
              <a:t> quae ab </a:t>
            </a:r>
            <a:r>
              <a:rPr lang="en-US" err="1"/>
              <a:t>illo</a:t>
            </a:r>
            <a:r>
              <a:rPr lang="en-US"/>
              <a:t> </a:t>
            </a:r>
            <a:r>
              <a:rPr lang="en-US" err="1"/>
              <a:t>inventore</a:t>
            </a:r>
            <a:r>
              <a:rPr lang="en-US"/>
              <a:t> </a:t>
            </a:r>
            <a:r>
              <a:rPr lang="en-US" err="1"/>
              <a:t>veritatis</a:t>
            </a:r>
            <a:r>
              <a:rPr lang="en-US"/>
              <a:t> et quasi </a:t>
            </a:r>
            <a:r>
              <a:rPr lang="en-US" err="1"/>
              <a:t>architecto</a:t>
            </a:r>
            <a:r>
              <a:rPr lang="en-US"/>
              <a:t> </a:t>
            </a:r>
            <a:r>
              <a:rPr lang="en-US" err="1"/>
              <a:t>beatae</a:t>
            </a:r>
            <a:r>
              <a:rPr lang="en-US"/>
              <a:t> vitae dicta </a:t>
            </a:r>
            <a:r>
              <a:rPr lang="en-US" err="1"/>
              <a:t>sunt</a:t>
            </a:r>
            <a:r>
              <a:rPr lang="en-US"/>
              <a:t> </a:t>
            </a:r>
            <a:r>
              <a:rPr lang="en-US" err="1"/>
              <a:t>explicabo</a:t>
            </a:r>
            <a:r>
              <a:rPr lang="en-US"/>
              <a:t>. Nemo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ipsam</a:t>
            </a:r>
            <a:r>
              <a:rPr lang="en-US"/>
              <a:t>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quia</a:t>
            </a:r>
            <a:r>
              <a:rPr lang="en-US"/>
              <a:t> </a:t>
            </a:r>
            <a:r>
              <a:rPr lang="en-US" err="1"/>
              <a:t>voluptas</a:t>
            </a:r>
            <a:r>
              <a:rPr lang="en-US"/>
              <a:t> sit </a:t>
            </a:r>
            <a:r>
              <a:rPr lang="en-US" err="1"/>
              <a:t>aspernatur</a:t>
            </a:r>
            <a:endParaRPr lang="en-US"/>
          </a:p>
        </p:txBody>
      </p:sp>
      <p:grpSp>
        <p:nvGrpSpPr>
          <p:cNvPr id="13" name="Group 12"/>
          <p:cNvGrpSpPr/>
          <p:nvPr userDrawn="1"/>
        </p:nvGrpSpPr>
        <p:grpSpPr>
          <a:xfrm>
            <a:off x="0" y="5870348"/>
            <a:ext cx="12192000" cy="712398"/>
            <a:chOff x="0" y="11773587"/>
            <a:chExt cx="24384000" cy="1424796"/>
          </a:xfrm>
        </p:grpSpPr>
        <p:sp>
          <p:nvSpPr>
            <p:cNvPr id="14" name="Rectangle 13"/>
            <p:cNvSpPr/>
            <p:nvPr userDrawn="1"/>
          </p:nvSpPr>
          <p:spPr>
            <a:xfrm>
              <a:off x="0" y="11773587"/>
              <a:ext cx="24384000" cy="492442"/>
            </a:xfrm>
            <a:prstGeom prst="rect">
              <a:avLst/>
            </a:prstGeom>
            <a:solidFill>
              <a:schemeClr val="bg1"/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ctr">
              <a:spAutoFit/>
            </a:bodyPr>
            <a:lstStyle/>
            <a:p>
              <a:pPr marL="0" marR="0" indent="0" algn="ctr" defTabSz="41275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16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 Neue Medium"/>
              </a:endParaRPr>
            </a:p>
          </p:txBody>
        </p:sp>
        <p:pic>
          <p:nvPicPr>
            <p:cNvPr id="15" name="Image"/>
            <p:cNvPicPr>
              <a:picLocks noChangeAspect="1"/>
            </p:cNvPicPr>
            <p:nvPr userDrawn="1"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3311" y="12627832"/>
              <a:ext cx="3417301" cy="570551"/>
            </a:xfrm>
            <a:prstGeom prst="rect">
              <a:avLst/>
            </a:prstGeom>
            <a:ln w="12700">
              <a:miter lim="400000"/>
            </a:ln>
          </p:spPr>
        </p:pic>
      </p:grpSp>
      <p:sp>
        <p:nvSpPr>
          <p:cNvPr id="12" name="Picture Placeholder 2"/>
          <p:cNvSpPr>
            <a:spLocks noGrp="1"/>
          </p:cNvSpPr>
          <p:nvPr>
            <p:ph type="pic" sz="quarter" idx="18" hasCustomPrompt="1"/>
          </p:nvPr>
        </p:nvSpPr>
        <p:spPr>
          <a:xfrm>
            <a:off x="0" y="-3810"/>
            <a:ext cx="5996940" cy="5917807"/>
          </a:xfrm>
          <a:prstGeom prst="rect">
            <a:avLst/>
          </a:prstGeom>
          <a:blipFill>
            <a:blip/>
            <a:stretch>
              <a:fillRect/>
            </a:stretch>
          </a:blipFill>
        </p:spPr>
        <p:txBody>
          <a:bodyPr anchor="ctr"/>
          <a:lstStyle>
            <a:lvl1pPr marL="0" indent="0" algn="ctr">
              <a:buNone/>
              <a:defRPr sz="1800" b="1" baseline="0">
                <a:solidFill>
                  <a:schemeClr val="bg1"/>
                </a:solidFill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r>
              <a:rPr lang="en-GB"/>
              <a:t>Double click to add </a:t>
            </a:r>
            <a:br>
              <a:rPr lang="en-GB"/>
            </a:br>
            <a:r>
              <a:rPr lang="en-GB"/>
              <a:t>your picture here</a:t>
            </a:r>
          </a:p>
        </p:txBody>
      </p:sp>
    </p:spTree>
    <p:extLst>
      <p:ext uri="{BB962C8B-B14F-4D97-AF65-F5344CB8AC3E}">
        <p14:creationId xmlns:p14="http://schemas.microsoft.com/office/powerpoint/2010/main" val="2865196438"/>
      </p:ext>
    </p:extLst>
  </p:cSld>
  <p:clrMapOvr>
    <a:masterClrMapping/>
  </p:clrMapOvr>
  <p:transition spd="med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 12">
    <p:bg>
      <p:bgPr>
        <a:solidFill>
          <a:srgbClr val="EE23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Line"/>
          <p:cNvSpPr/>
          <p:nvPr userDrawn="1"/>
        </p:nvSpPr>
        <p:spPr>
          <a:xfrm>
            <a:off x="6460324" y="619237"/>
            <a:ext cx="571697" cy="1"/>
          </a:xfrm>
          <a:prstGeom prst="line">
            <a:avLst/>
          </a:prstGeom>
          <a:ln w="25400">
            <a:solidFill>
              <a:schemeClr val="bg1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 sz="1600"/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3" hasCustomPrompt="1"/>
          </p:nvPr>
        </p:nvSpPr>
        <p:spPr>
          <a:xfrm>
            <a:off x="6460324" y="364775"/>
            <a:ext cx="5415090" cy="22191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000" cap="all" baseline="0">
                <a:solidFill>
                  <a:schemeClr val="bg1"/>
                </a:solidFill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lvl="0"/>
            <a:r>
              <a:rPr lang="en-US"/>
              <a:t>Place project name here | DATE</a:t>
            </a:r>
            <a:endParaRPr lang="en-GB"/>
          </a:p>
        </p:txBody>
      </p:sp>
      <p:sp>
        <p:nvSpPr>
          <p:cNvPr id="9" name="Text Placeholder 2"/>
          <p:cNvSpPr>
            <a:spLocks noGrp="1"/>
          </p:cNvSpPr>
          <p:nvPr>
            <p:ph type="body" sz="quarter" idx="14" hasCustomPrompt="1"/>
          </p:nvPr>
        </p:nvSpPr>
        <p:spPr>
          <a:xfrm>
            <a:off x="6460324" y="1349455"/>
            <a:ext cx="5415090" cy="540306"/>
          </a:xfrm>
          <a:prstGeom prst="rect">
            <a:avLst/>
          </a:prstGeom>
        </p:spPr>
        <p:txBody>
          <a:bodyPr/>
          <a:lstStyle>
            <a:lvl1pPr marL="0" marR="0" indent="0" algn="l" defTabSz="41275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4550" b="0" i="0" u="none" strike="noStrike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Playfair Display"/>
                <a:ea typeface="Playfair Display"/>
                <a:cs typeface="Playfair Display"/>
                <a:sym typeface="Helvetica Neue"/>
              </a:defRPr>
            </a:lvl1pPr>
          </a:lstStyle>
          <a:p>
            <a:pPr lvl="0"/>
            <a:r>
              <a:rPr lang="en-US"/>
              <a:t>Title goes here</a:t>
            </a:r>
          </a:p>
        </p:txBody>
      </p:sp>
      <p:sp>
        <p:nvSpPr>
          <p:cNvPr id="10" name="Text Placeholder 2"/>
          <p:cNvSpPr>
            <a:spLocks noGrp="1"/>
          </p:cNvSpPr>
          <p:nvPr>
            <p:ph type="body" sz="quarter" idx="15" hasCustomPrompt="1"/>
          </p:nvPr>
        </p:nvSpPr>
        <p:spPr>
          <a:xfrm>
            <a:off x="6460324" y="2099192"/>
            <a:ext cx="5415090" cy="198239"/>
          </a:xfrm>
          <a:prstGeom prst="rect">
            <a:avLst/>
          </a:prstGeom>
        </p:spPr>
        <p:txBody>
          <a:bodyPr/>
          <a:lstStyle>
            <a:lvl1pPr marL="0" marR="0" indent="0" algn="l" defTabSz="41275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1600" b="0" i="0" u="none" strike="noStrike" cap="all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  <a:sym typeface="Helvetica Neue"/>
              </a:defRPr>
            </a:lvl1pPr>
          </a:lstStyle>
          <a:p>
            <a:pPr lvl="0"/>
            <a:r>
              <a:rPr lang="en-US"/>
              <a:t>SUBTITLE GOES HERE</a:t>
            </a:r>
          </a:p>
        </p:txBody>
      </p:sp>
      <p:sp>
        <p:nvSpPr>
          <p:cNvPr id="11" name="Text Placeholder 2"/>
          <p:cNvSpPr>
            <a:spLocks noGrp="1"/>
          </p:cNvSpPr>
          <p:nvPr>
            <p:ph type="body" sz="quarter" idx="16" hasCustomPrompt="1"/>
          </p:nvPr>
        </p:nvSpPr>
        <p:spPr>
          <a:xfrm>
            <a:off x="6486637" y="3215997"/>
            <a:ext cx="5415090" cy="2396218"/>
          </a:xfrm>
          <a:prstGeom prst="rect">
            <a:avLst/>
          </a:prstGeom>
        </p:spPr>
        <p:txBody>
          <a:bodyPr/>
          <a:lstStyle>
            <a:lvl1pPr marL="0" marR="0" indent="0" algn="l" defTabSz="41275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 kumimoji="0" lang="en-US" sz="1200" b="0" i="0" u="none" strike="noStrike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  <a:sym typeface="Helvetica Neue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</a:t>
            </a:r>
            <a:r>
              <a:rPr lang="en-US" err="1"/>
              <a:t>sed</a:t>
            </a:r>
            <a:r>
              <a:rPr lang="en-US"/>
              <a:t>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labore</a:t>
            </a:r>
            <a:r>
              <a:rPr lang="en-US"/>
              <a:t> et </a:t>
            </a:r>
            <a:r>
              <a:rPr lang="en-US" err="1"/>
              <a:t>dolore</a:t>
            </a:r>
            <a:r>
              <a:rPr lang="en-US"/>
              <a:t> magna </a:t>
            </a:r>
            <a:r>
              <a:rPr lang="en-US" err="1"/>
              <a:t>aliqua</a:t>
            </a:r>
            <a:r>
              <a:rPr lang="en-US"/>
              <a:t>.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exercitation </a:t>
            </a:r>
            <a:r>
              <a:rPr lang="en-US" err="1"/>
              <a:t>ullamco</a:t>
            </a:r>
            <a:r>
              <a:rPr lang="en-US"/>
              <a:t> </a:t>
            </a:r>
            <a:r>
              <a:rPr lang="en-US" err="1"/>
              <a:t>laboris</a:t>
            </a:r>
            <a:r>
              <a:rPr lang="en-US"/>
              <a:t> nisi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aliquip</a:t>
            </a:r>
            <a:r>
              <a:rPr lang="en-US"/>
              <a:t> ex </a:t>
            </a:r>
            <a:r>
              <a:rPr lang="en-US" err="1"/>
              <a:t>ea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  <a:r>
              <a:rPr lang="en-US" err="1"/>
              <a:t>Duis</a:t>
            </a:r>
            <a:r>
              <a:rPr lang="en-US"/>
              <a:t> </a:t>
            </a:r>
            <a:r>
              <a:rPr lang="en-US" err="1"/>
              <a:t>aute</a:t>
            </a:r>
            <a:r>
              <a:rPr lang="en-US"/>
              <a:t> </a:t>
            </a:r>
            <a:r>
              <a:rPr lang="en-US" err="1"/>
              <a:t>irure</a:t>
            </a:r>
            <a:r>
              <a:rPr lang="en-US"/>
              <a:t> dolor in </a:t>
            </a:r>
            <a:r>
              <a:rPr lang="en-US" err="1"/>
              <a:t>reprehenderit</a:t>
            </a:r>
            <a:r>
              <a:rPr lang="en-US"/>
              <a:t> in </a:t>
            </a:r>
            <a:r>
              <a:rPr lang="en-US" err="1"/>
              <a:t>voluptate</a:t>
            </a:r>
            <a:r>
              <a:rPr lang="en-US"/>
              <a:t> </a:t>
            </a:r>
            <a:r>
              <a:rPr lang="en-US" err="1"/>
              <a:t>velit</a:t>
            </a:r>
            <a:r>
              <a:rPr lang="en-US"/>
              <a:t> </a:t>
            </a:r>
            <a:r>
              <a:rPr lang="en-US" err="1"/>
              <a:t>esse</a:t>
            </a:r>
            <a:r>
              <a:rPr lang="en-US"/>
              <a:t> </a:t>
            </a:r>
            <a:r>
              <a:rPr lang="en-US" err="1"/>
              <a:t>cillum</a:t>
            </a:r>
            <a:r>
              <a:rPr lang="en-US"/>
              <a:t> </a:t>
            </a:r>
            <a:r>
              <a:rPr lang="en-US" err="1"/>
              <a:t>dolore</a:t>
            </a:r>
            <a:r>
              <a:rPr lang="en-US"/>
              <a:t> </a:t>
            </a:r>
            <a:r>
              <a:rPr lang="en-US" err="1"/>
              <a:t>eu</a:t>
            </a:r>
            <a:r>
              <a:rPr lang="en-US"/>
              <a:t> </a:t>
            </a:r>
            <a:r>
              <a:rPr lang="en-US" err="1"/>
              <a:t>fugiat</a:t>
            </a:r>
            <a:r>
              <a:rPr lang="en-US"/>
              <a:t> </a:t>
            </a:r>
            <a:r>
              <a:rPr lang="en-US" err="1"/>
              <a:t>nulla</a:t>
            </a:r>
            <a:r>
              <a:rPr lang="en-US"/>
              <a:t> </a:t>
            </a:r>
            <a:r>
              <a:rPr lang="en-US" err="1"/>
              <a:t>pariatur</a:t>
            </a:r>
            <a:r>
              <a:rPr lang="en-US"/>
              <a:t>. </a:t>
            </a:r>
            <a:r>
              <a:rPr lang="en-US" err="1"/>
              <a:t>Excepteur</a:t>
            </a:r>
            <a:r>
              <a:rPr lang="en-US"/>
              <a:t> </a:t>
            </a:r>
            <a:r>
              <a:rPr lang="en-US" err="1"/>
              <a:t>sint</a:t>
            </a:r>
            <a:r>
              <a:rPr lang="en-US"/>
              <a:t> </a:t>
            </a:r>
            <a:r>
              <a:rPr lang="en-US" err="1"/>
              <a:t>occaecat</a:t>
            </a:r>
            <a:r>
              <a:rPr lang="en-US"/>
              <a:t> </a:t>
            </a:r>
            <a:r>
              <a:rPr lang="en-US" err="1"/>
              <a:t>cupidatat</a:t>
            </a:r>
            <a:r>
              <a:rPr lang="en-US"/>
              <a:t> non </a:t>
            </a:r>
            <a:r>
              <a:rPr lang="en-US" err="1"/>
              <a:t>proident</a:t>
            </a:r>
            <a:r>
              <a:rPr lang="en-US"/>
              <a:t>, </a:t>
            </a:r>
            <a:r>
              <a:rPr lang="en-US" err="1"/>
              <a:t>sunt</a:t>
            </a:r>
            <a:r>
              <a:rPr lang="en-US"/>
              <a:t> in culpa qui </a:t>
            </a:r>
            <a:r>
              <a:rPr lang="en-US" err="1"/>
              <a:t>officia</a:t>
            </a:r>
            <a:r>
              <a:rPr lang="en-US"/>
              <a:t> </a:t>
            </a:r>
            <a:r>
              <a:rPr lang="en-US" err="1"/>
              <a:t>deserunt</a:t>
            </a:r>
            <a:r>
              <a:rPr lang="en-US"/>
              <a:t> </a:t>
            </a:r>
            <a:r>
              <a:rPr lang="en-US" err="1"/>
              <a:t>mollit</a:t>
            </a:r>
            <a:r>
              <a:rPr lang="en-US"/>
              <a:t> </a:t>
            </a:r>
            <a:r>
              <a:rPr lang="en-US" err="1"/>
              <a:t>anim</a:t>
            </a:r>
            <a:r>
              <a:rPr lang="en-US"/>
              <a:t> id </a:t>
            </a:r>
            <a:r>
              <a:rPr lang="en-US" err="1"/>
              <a:t>est</a:t>
            </a:r>
            <a:r>
              <a:rPr lang="en-US"/>
              <a:t> </a:t>
            </a:r>
            <a:r>
              <a:rPr lang="en-US" err="1"/>
              <a:t>laborum</a:t>
            </a:r>
            <a:r>
              <a:rPr lang="en-US"/>
              <a:t>.</a:t>
            </a:r>
          </a:p>
          <a:p>
            <a:pPr lvl="0"/>
            <a:r>
              <a:rPr lang="en-US" err="1"/>
              <a:t>Sed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perspiciatis</a:t>
            </a:r>
            <a:r>
              <a:rPr lang="en-US"/>
              <a:t> </a:t>
            </a:r>
            <a:r>
              <a:rPr lang="en-US" err="1"/>
              <a:t>unde</a:t>
            </a:r>
            <a:r>
              <a:rPr lang="en-US"/>
              <a:t> </a:t>
            </a:r>
            <a:r>
              <a:rPr lang="en-US" err="1"/>
              <a:t>omnis</a:t>
            </a:r>
            <a:r>
              <a:rPr lang="en-US"/>
              <a:t> </a:t>
            </a:r>
            <a:r>
              <a:rPr lang="en-US" err="1"/>
              <a:t>iste</a:t>
            </a:r>
            <a:r>
              <a:rPr lang="en-US"/>
              <a:t> </a:t>
            </a:r>
            <a:r>
              <a:rPr lang="en-US" err="1"/>
              <a:t>natus</a:t>
            </a:r>
            <a:r>
              <a:rPr lang="en-US"/>
              <a:t> error sit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accusantium</a:t>
            </a:r>
            <a:r>
              <a:rPr lang="en-US"/>
              <a:t> </a:t>
            </a:r>
            <a:r>
              <a:rPr lang="en-US" err="1"/>
              <a:t>doloremque</a:t>
            </a:r>
            <a:r>
              <a:rPr lang="en-US"/>
              <a:t> </a:t>
            </a:r>
            <a:r>
              <a:rPr lang="en-US" err="1"/>
              <a:t>laudantium</a:t>
            </a:r>
            <a:r>
              <a:rPr lang="en-US"/>
              <a:t>, </a:t>
            </a:r>
            <a:r>
              <a:rPr lang="en-US" err="1"/>
              <a:t>totam</a:t>
            </a:r>
            <a:r>
              <a:rPr lang="en-US"/>
              <a:t> rem </a:t>
            </a:r>
            <a:r>
              <a:rPr lang="en-US" err="1"/>
              <a:t>aperiam</a:t>
            </a:r>
            <a:r>
              <a:rPr lang="en-US"/>
              <a:t>, </a:t>
            </a:r>
            <a:r>
              <a:rPr lang="en-US" err="1"/>
              <a:t>eaque</a:t>
            </a:r>
            <a:r>
              <a:rPr lang="en-US"/>
              <a:t> </a:t>
            </a:r>
            <a:r>
              <a:rPr lang="en-US" err="1"/>
              <a:t>ipsa</a:t>
            </a:r>
            <a:r>
              <a:rPr lang="en-US"/>
              <a:t> quae ab </a:t>
            </a:r>
            <a:r>
              <a:rPr lang="en-US" err="1"/>
              <a:t>illo</a:t>
            </a:r>
            <a:r>
              <a:rPr lang="en-US"/>
              <a:t> </a:t>
            </a:r>
            <a:r>
              <a:rPr lang="en-US" err="1"/>
              <a:t>inventore</a:t>
            </a:r>
            <a:r>
              <a:rPr lang="en-US"/>
              <a:t> </a:t>
            </a:r>
            <a:r>
              <a:rPr lang="en-US" err="1"/>
              <a:t>veritatis</a:t>
            </a:r>
            <a:r>
              <a:rPr lang="en-US"/>
              <a:t> et quasi </a:t>
            </a:r>
            <a:r>
              <a:rPr lang="en-US" err="1"/>
              <a:t>architecto</a:t>
            </a:r>
            <a:r>
              <a:rPr lang="en-US"/>
              <a:t> </a:t>
            </a:r>
            <a:r>
              <a:rPr lang="en-US" err="1"/>
              <a:t>beatae</a:t>
            </a:r>
            <a:r>
              <a:rPr lang="en-US"/>
              <a:t> vitae dicta </a:t>
            </a:r>
            <a:r>
              <a:rPr lang="en-US" err="1"/>
              <a:t>sunt</a:t>
            </a:r>
            <a:r>
              <a:rPr lang="en-US"/>
              <a:t> </a:t>
            </a:r>
            <a:r>
              <a:rPr lang="en-US" err="1"/>
              <a:t>explicabo</a:t>
            </a:r>
            <a:r>
              <a:rPr lang="en-US"/>
              <a:t>. Nemo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ipsam</a:t>
            </a:r>
            <a:r>
              <a:rPr lang="en-US"/>
              <a:t>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quia</a:t>
            </a:r>
            <a:r>
              <a:rPr lang="en-US"/>
              <a:t> </a:t>
            </a:r>
            <a:r>
              <a:rPr lang="en-US" err="1"/>
              <a:t>voluptas</a:t>
            </a:r>
            <a:r>
              <a:rPr lang="en-US"/>
              <a:t> sit </a:t>
            </a:r>
            <a:r>
              <a:rPr lang="en-US" err="1"/>
              <a:t>aspernatur</a:t>
            </a:r>
            <a:endParaRPr lang="en-US"/>
          </a:p>
        </p:txBody>
      </p:sp>
      <p:grpSp>
        <p:nvGrpSpPr>
          <p:cNvPr id="13" name="Group 12"/>
          <p:cNvGrpSpPr/>
          <p:nvPr userDrawn="1"/>
        </p:nvGrpSpPr>
        <p:grpSpPr>
          <a:xfrm>
            <a:off x="0" y="5870348"/>
            <a:ext cx="12192000" cy="712398"/>
            <a:chOff x="0" y="11773587"/>
            <a:chExt cx="24384000" cy="1424796"/>
          </a:xfrm>
        </p:grpSpPr>
        <p:sp>
          <p:nvSpPr>
            <p:cNvPr id="14" name="Rectangle 13"/>
            <p:cNvSpPr/>
            <p:nvPr userDrawn="1"/>
          </p:nvSpPr>
          <p:spPr>
            <a:xfrm>
              <a:off x="0" y="11773587"/>
              <a:ext cx="24384000" cy="492442"/>
            </a:xfrm>
            <a:prstGeom prst="rect">
              <a:avLst/>
            </a:prstGeom>
            <a:solidFill>
              <a:schemeClr val="bg1"/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ctr">
              <a:spAutoFit/>
            </a:bodyPr>
            <a:lstStyle/>
            <a:p>
              <a:pPr marL="0" marR="0" indent="0" algn="ctr" defTabSz="41275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16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 Neue Medium"/>
              </a:endParaRPr>
            </a:p>
          </p:txBody>
        </p:sp>
        <p:pic>
          <p:nvPicPr>
            <p:cNvPr id="15" name="Image"/>
            <p:cNvPicPr>
              <a:picLocks noChangeAspect="1"/>
            </p:cNvPicPr>
            <p:nvPr userDrawn="1"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3311" y="12627832"/>
              <a:ext cx="3417301" cy="570551"/>
            </a:xfrm>
            <a:prstGeom prst="rect">
              <a:avLst/>
            </a:prstGeom>
            <a:ln w="12700">
              <a:miter lim="400000"/>
            </a:ln>
          </p:spPr>
        </p:pic>
      </p:grpSp>
      <p:sp>
        <p:nvSpPr>
          <p:cNvPr id="12" name="Picture Placeholder 2"/>
          <p:cNvSpPr>
            <a:spLocks noGrp="1"/>
          </p:cNvSpPr>
          <p:nvPr>
            <p:ph type="pic" sz="quarter" idx="18" hasCustomPrompt="1"/>
          </p:nvPr>
        </p:nvSpPr>
        <p:spPr>
          <a:xfrm>
            <a:off x="0" y="-3810"/>
            <a:ext cx="5996940" cy="5917807"/>
          </a:xfrm>
          <a:prstGeom prst="rect">
            <a:avLst/>
          </a:prstGeom>
          <a:blipFill>
            <a:blip/>
            <a:stretch>
              <a:fillRect/>
            </a:stretch>
          </a:blipFill>
        </p:spPr>
        <p:txBody>
          <a:bodyPr anchor="ctr"/>
          <a:lstStyle>
            <a:lvl1pPr marL="0" indent="0" algn="ctr">
              <a:buNone/>
              <a:defRPr sz="1800" b="1" baseline="0">
                <a:solidFill>
                  <a:schemeClr val="bg1"/>
                </a:solidFill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r>
              <a:rPr lang="en-GB"/>
              <a:t>Double click to add </a:t>
            </a:r>
            <a:br>
              <a:rPr lang="en-GB"/>
            </a:br>
            <a:r>
              <a:rPr lang="en-GB"/>
              <a:t>your picture here</a:t>
            </a:r>
          </a:p>
        </p:txBody>
      </p:sp>
    </p:spTree>
    <p:extLst>
      <p:ext uri="{BB962C8B-B14F-4D97-AF65-F5344CB8AC3E}">
        <p14:creationId xmlns:p14="http://schemas.microsoft.com/office/powerpoint/2010/main" val="3815693040"/>
      </p:ext>
    </p:extLst>
  </p:cSld>
  <p:clrMapOvr>
    <a:masterClrMapping/>
  </p:clrMapOvr>
  <p:transition spd="med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Line"/>
          <p:cNvSpPr/>
          <p:nvPr userDrawn="1"/>
        </p:nvSpPr>
        <p:spPr>
          <a:xfrm>
            <a:off x="337654" y="619237"/>
            <a:ext cx="571697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 sz="1600"/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3" hasCustomPrompt="1"/>
          </p:nvPr>
        </p:nvSpPr>
        <p:spPr>
          <a:xfrm>
            <a:off x="311340" y="364775"/>
            <a:ext cx="5415090" cy="22191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000" cap="all" baseline="0"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lvl="0"/>
            <a:r>
              <a:rPr lang="en-US"/>
              <a:t>Place project name here | DATE</a:t>
            </a:r>
            <a:endParaRPr lang="en-GB"/>
          </a:p>
        </p:txBody>
      </p:sp>
      <p:sp>
        <p:nvSpPr>
          <p:cNvPr id="9" name="Text Placeholder 2"/>
          <p:cNvSpPr>
            <a:spLocks noGrp="1"/>
          </p:cNvSpPr>
          <p:nvPr>
            <p:ph type="body" sz="quarter" idx="14" hasCustomPrompt="1"/>
          </p:nvPr>
        </p:nvSpPr>
        <p:spPr>
          <a:xfrm>
            <a:off x="311340" y="1349455"/>
            <a:ext cx="5415090" cy="540306"/>
          </a:xfrm>
          <a:prstGeom prst="rect">
            <a:avLst/>
          </a:prstGeom>
        </p:spPr>
        <p:txBody>
          <a:bodyPr/>
          <a:lstStyle>
            <a:lvl1pPr marL="0" marR="0" indent="0" algn="l" defTabSz="41275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4550" b="0" i="0" u="none" strike="noStrike" cap="none" spc="0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Playfair Display"/>
                <a:ea typeface="Playfair Display"/>
                <a:cs typeface="Playfair Display"/>
                <a:sym typeface="Helvetica Neue"/>
              </a:defRPr>
            </a:lvl1pPr>
          </a:lstStyle>
          <a:p>
            <a:pPr lvl="0"/>
            <a:r>
              <a:rPr lang="en-US"/>
              <a:t>Title goes here</a:t>
            </a:r>
          </a:p>
        </p:txBody>
      </p:sp>
      <p:sp>
        <p:nvSpPr>
          <p:cNvPr id="10" name="Text Placeholder 2"/>
          <p:cNvSpPr>
            <a:spLocks noGrp="1"/>
          </p:cNvSpPr>
          <p:nvPr>
            <p:ph type="body" sz="quarter" idx="15" hasCustomPrompt="1"/>
          </p:nvPr>
        </p:nvSpPr>
        <p:spPr>
          <a:xfrm>
            <a:off x="311340" y="2099192"/>
            <a:ext cx="5415090" cy="198239"/>
          </a:xfrm>
          <a:prstGeom prst="rect">
            <a:avLst/>
          </a:prstGeom>
        </p:spPr>
        <p:txBody>
          <a:bodyPr/>
          <a:lstStyle>
            <a:lvl1pPr marL="0" marR="0" indent="0" algn="l" defTabSz="41275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1600" b="0" i="0" u="none" strike="noStrike" cap="all" spc="0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  <a:sym typeface="Helvetica Neue"/>
              </a:defRPr>
            </a:lvl1pPr>
          </a:lstStyle>
          <a:p>
            <a:pPr lvl="0"/>
            <a:r>
              <a:rPr lang="en-US"/>
              <a:t>SUBTITLE GOES HERE</a:t>
            </a:r>
          </a:p>
        </p:txBody>
      </p:sp>
      <p:sp>
        <p:nvSpPr>
          <p:cNvPr id="11" name="Text Placeholder 2"/>
          <p:cNvSpPr>
            <a:spLocks noGrp="1"/>
          </p:cNvSpPr>
          <p:nvPr>
            <p:ph type="body" sz="quarter" idx="16" hasCustomPrompt="1"/>
          </p:nvPr>
        </p:nvSpPr>
        <p:spPr>
          <a:xfrm>
            <a:off x="337653" y="3215997"/>
            <a:ext cx="5415090" cy="2396218"/>
          </a:xfrm>
          <a:prstGeom prst="rect">
            <a:avLst/>
          </a:prstGeom>
        </p:spPr>
        <p:txBody>
          <a:bodyPr/>
          <a:lstStyle>
            <a:lvl1pPr marL="0" marR="0" indent="0" algn="l" defTabSz="41275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 kumimoji="0" lang="en-US" sz="1200" b="0" i="0" u="none" strike="noStrike" cap="none" spc="0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  <a:sym typeface="Helvetica Neue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</a:t>
            </a:r>
            <a:r>
              <a:rPr lang="en-US" err="1"/>
              <a:t>sed</a:t>
            </a:r>
            <a:r>
              <a:rPr lang="en-US"/>
              <a:t>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labore</a:t>
            </a:r>
            <a:r>
              <a:rPr lang="en-US"/>
              <a:t> et </a:t>
            </a:r>
            <a:r>
              <a:rPr lang="en-US" err="1"/>
              <a:t>dolore</a:t>
            </a:r>
            <a:r>
              <a:rPr lang="en-US"/>
              <a:t> magna </a:t>
            </a:r>
            <a:r>
              <a:rPr lang="en-US" err="1"/>
              <a:t>aliqua</a:t>
            </a:r>
            <a:r>
              <a:rPr lang="en-US"/>
              <a:t>.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exercitation </a:t>
            </a:r>
            <a:r>
              <a:rPr lang="en-US" err="1"/>
              <a:t>ullamco</a:t>
            </a:r>
            <a:r>
              <a:rPr lang="en-US"/>
              <a:t> </a:t>
            </a:r>
            <a:r>
              <a:rPr lang="en-US" err="1"/>
              <a:t>laboris</a:t>
            </a:r>
            <a:r>
              <a:rPr lang="en-US"/>
              <a:t> nisi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aliquip</a:t>
            </a:r>
            <a:r>
              <a:rPr lang="en-US"/>
              <a:t> ex </a:t>
            </a:r>
            <a:r>
              <a:rPr lang="en-US" err="1"/>
              <a:t>ea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  <a:r>
              <a:rPr lang="en-US" err="1"/>
              <a:t>Duis</a:t>
            </a:r>
            <a:r>
              <a:rPr lang="en-US"/>
              <a:t> </a:t>
            </a:r>
            <a:r>
              <a:rPr lang="en-US" err="1"/>
              <a:t>aute</a:t>
            </a:r>
            <a:r>
              <a:rPr lang="en-US"/>
              <a:t> </a:t>
            </a:r>
            <a:r>
              <a:rPr lang="en-US" err="1"/>
              <a:t>irure</a:t>
            </a:r>
            <a:r>
              <a:rPr lang="en-US"/>
              <a:t> dolor in </a:t>
            </a:r>
            <a:r>
              <a:rPr lang="en-US" err="1"/>
              <a:t>reprehenderit</a:t>
            </a:r>
            <a:r>
              <a:rPr lang="en-US"/>
              <a:t> in </a:t>
            </a:r>
            <a:r>
              <a:rPr lang="en-US" err="1"/>
              <a:t>voluptate</a:t>
            </a:r>
            <a:r>
              <a:rPr lang="en-US"/>
              <a:t> </a:t>
            </a:r>
            <a:r>
              <a:rPr lang="en-US" err="1"/>
              <a:t>velit</a:t>
            </a:r>
            <a:r>
              <a:rPr lang="en-US"/>
              <a:t> </a:t>
            </a:r>
            <a:r>
              <a:rPr lang="en-US" err="1"/>
              <a:t>esse</a:t>
            </a:r>
            <a:r>
              <a:rPr lang="en-US"/>
              <a:t> </a:t>
            </a:r>
            <a:r>
              <a:rPr lang="en-US" err="1"/>
              <a:t>cillum</a:t>
            </a:r>
            <a:r>
              <a:rPr lang="en-US"/>
              <a:t> </a:t>
            </a:r>
            <a:r>
              <a:rPr lang="en-US" err="1"/>
              <a:t>dolore</a:t>
            </a:r>
            <a:r>
              <a:rPr lang="en-US"/>
              <a:t> </a:t>
            </a:r>
            <a:r>
              <a:rPr lang="en-US" err="1"/>
              <a:t>eu</a:t>
            </a:r>
            <a:r>
              <a:rPr lang="en-US"/>
              <a:t> </a:t>
            </a:r>
            <a:r>
              <a:rPr lang="en-US" err="1"/>
              <a:t>fugiat</a:t>
            </a:r>
            <a:r>
              <a:rPr lang="en-US"/>
              <a:t> </a:t>
            </a:r>
            <a:r>
              <a:rPr lang="en-US" err="1"/>
              <a:t>nulla</a:t>
            </a:r>
            <a:r>
              <a:rPr lang="en-US"/>
              <a:t> </a:t>
            </a:r>
            <a:r>
              <a:rPr lang="en-US" err="1"/>
              <a:t>pariatur</a:t>
            </a:r>
            <a:r>
              <a:rPr lang="en-US"/>
              <a:t>. </a:t>
            </a:r>
            <a:r>
              <a:rPr lang="en-US" err="1"/>
              <a:t>Excepteur</a:t>
            </a:r>
            <a:r>
              <a:rPr lang="en-US"/>
              <a:t> </a:t>
            </a:r>
            <a:r>
              <a:rPr lang="en-US" err="1"/>
              <a:t>sint</a:t>
            </a:r>
            <a:r>
              <a:rPr lang="en-US"/>
              <a:t> </a:t>
            </a:r>
            <a:r>
              <a:rPr lang="en-US" err="1"/>
              <a:t>occaecat</a:t>
            </a:r>
            <a:r>
              <a:rPr lang="en-US"/>
              <a:t> </a:t>
            </a:r>
            <a:r>
              <a:rPr lang="en-US" err="1"/>
              <a:t>cupidatat</a:t>
            </a:r>
            <a:r>
              <a:rPr lang="en-US"/>
              <a:t> non </a:t>
            </a:r>
            <a:r>
              <a:rPr lang="en-US" err="1"/>
              <a:t>proident</a:t>
            </a:r>
            <a:r>
              <a:rPr lang="en-US"/>
              <a:t>, </a:t>
            </a:r>
            <a:r>
              <a:rPr lang="en-US" err="1"/>
              <a:t>sunt</a:t>
            </a:r>
            <a:r>
              <a:rPr lang="en-US"/>
              <a:t> in culpa qui </a:t>
            </a:r>
            <a:r>
              <a:rPr lang="en-US" err="1"/>
              <a:t>officia</a:t>
            </a:r>
            <a:r>
              <a:rPr lang="en-US"/>
              <a:t> </a:t>
            </a:r>
            <a:r>
              <a:rPr lang="en-US" err="1"/>
              <a:t>deserunt</a:t>
            </a:r>
            <a:r>
              <a:rPr lang="en-US"/>
              <a:t> </a:t>
            </a:r>
            <a:r>
              <a:rPr lang="en-US" err="1"/>
              <a:t>mollit</a:t>
            </a:r>
            <a:r>
              <a:rPr lang="en-US"/>
              <a:t> </a:t>
            </a:r>
            <a:r>
              <a:rPr lang="en-US" err="1"/>
              <a:t>anim</a:t>
            </a:r>
            <a:r>
              <a:rPr lang="en-US"/>
              <a:t> id </a:t>
            </a:r>
            <a:r>
              <a:rPr lang="en-US" err="1"/>
              <a:t>est</a:t>
            </a:r>
            <a:r>
              <a:rPr lang="en-US"/>
              <a:t> </a:t>
            </a:r>
            <a:r>
              <a:rPr lang="en-US" err="1"/>
              <a:t>laborum</a:t>
            </a:r>
            <a:r>
              <a:rPr lang="en-US"/>
              <a:t>.</a:t>
            </a:r>
          </a:p>
          <a:p>
            <a:pPr lvl="0"/>
            <a:r>
              <a:rPr lang="en-US" err="1"/>
              <a:t>Sed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perspiciatis</a:t>
            </a:r>
            <a:r>
              <a:rPr lang="en-US"/>
              <a:t> </a:t>
            </a:r>
            <a:r>
              <a:rPr lang="en-US" err="1"/>
              <a:t>unde</a:t>
            </a:r>
            <a:r>
              <a:rPr lang="en-US"/>
              <a:t> </a:t>
            </a:r>
            <a:r>
              <a:rPr lang="en-US" err="1"/>
              <a:t>omnis</a:t>
            </a:r>
            <a:r>
              <a:rPr lang="en-US"/>
              <a:t> </a:t>
            </a:r>
            <a:r>
              <a:rPr lang="en-US" err="1"/>
              <a:t>iste</a:t>
            </a:r>
            <a:r>
              <a:rPr lang="en-US"/>
              <a:t> </a:t>
            </a:r>
            <a:r>
              <a:rPr lang="en-US" err="1"/>
              <a:t>natus</a:t>
            </a:r>
            <a:r>
              <a:rPr lang="en-US"/>
              <a:t> error sit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accusantium</a:t>
            </a:r>
            <a:r>
              <a:rPr lang="en-US"/>
              <a:t> </a:t>
            </a:r>
            <a:r>
              <a:rPr lang="en-US" err="1"/>
              <a:t>doloremque</a:t>
            </a:r>
            <a:r>
              <a:rPr lang="en-US"/>
              <a:t> </a:t>
            </a:r>
            <a:r>
              <a:rPr lang="en-US" err="1"/>
              <a:t>laudantium</a:t>
            </a:r>
            <a:r>
              <a:rPr lang="en-US"/>
              <a:t>, </a:t>
            </a:r>
            <a:r>
              <a:rPr lang="en-US" err="1"/>
              <a:t>totam</a:t>
            </a:r>
            <a:r>
              <a:rPr lang="en-US"/>
              <a:t> rem </a:t>
            </a:r>
            <a:r>
              <a:rPr lang="en-US" err="1"/>
              <a:t>aperiam</a:t>
            </a:r>
            <a:r>
              <a:rPr lang="en-US"/>
              <a:t>, </a:t>
            </a:r>
            <a:r>
              <a:rPr lang="en-US" err="1"/>
              <a:t>eaque</a:t>
            </a:r>
            <a:r>
              <a:rPr lang="en-US"/>
              <a:t> </a:t>
            </a:r>
            <a:r>
              <a:rPr lang="en-US" err="1"/>
              <a:t>ipsa</a:t>
            </a:r>
            <a:r>
              <a:rPr lang="en-US"/>
              <a:t> quae ab </a:t>
            </a:r>
            <a:r>
              <a:rPr lang="en-US" err="1"/>
              <a:t>illo</a:t>
            </a:r>
            <a:r>
              <a:rPr lang="en-US"/>
              <a:t> </a:t>
            </a:r>
            <a:r>
              <a:rPr lang="en-US" err="1"/>
              <a:t>inventore</a:t>
            </a:r>
            <a:r>
              <a:rPr lang="en-US"/>
              <a:t> </a:t>
            </a:r>
            <a:r>
              <a:rPr lang="en-US" err="1"/>
              <a:t>veritatis</a:t>
            </a:r>
            <a:r>
              <a:rPr lang="en-US"/>
              <a:t> et quasi </a:t>
            </a:r>
            <a:r>
              <a:rPr lang="en-US" err="1"/>
              <a:t>architecto</a:t>
            </a:r>
            <a:r>
              <a:rPr lang="en-US"/>
              <a:t> </a:t>
            </a:r>
            <a:r>
              <a:rPr lang="en-US" err="1"/>
              <a:t>beatae</a:t>
            </a:r>
            <a:r>
              <a:rPr lang="en-US"/>
              <a:t> vitae dicta </a:t>
            </a:r>
            <a:r>
              <a:rPr lang="en-US" err="1"/>
              <a:t>sunt</a:t>
            </a:r>
            <a:r>
              <a:rPr lang="en-US"/>
              <a:t> </a:t>
            </a:r>
            <a:r>
              <a:rPr lang="en-US" err="1"/>
              <a:t>explicabo</a:t>
            </a:r>
            <a:r>
              <a:rPr lang="en-US"/>
              <a:t>. Nemo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ipsam</a:t>
            </a:r>
            <a:r>
              <a:rPr lang="en-US"/>
              <a:t>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quia</a:t>
            </a:r>
            <a:r>
              <a:rPr lang="en-US"/>
              <a:t> </a:t>
            </a:r>
            <a:r>
              <a:rPr lang="en-US" err="1"/>
              <a:t>voluptas</a:t>
            </a:r>
            <a:r>
              <a:rPr lang="en-US"/>
              <a:t> sit </a:t>
            </a:r>
            <a:r>
              <a:rPr lang="en-US" err="1"/>
              <a:t>aspernatur</a:t>
            </a:r>
            <a:endParaRPr lang="en-US"/>
          </a:p>
        </p:txBody>
      </p:sp>
      <p:sp>
        <p:nvSpPr>
          <p:cNvPr id="12" name="Text Placeholder 2"/>
          <p:cNvSpPr>
            <a:spLocks noGrp="1"/>
          </p:cNvSpPr>
          <p:nvPr>
            <p:ph type="body" sz="quarter" idx="17" hasCustomPrompt="1"/>
          </p:nvPr>
        </p:nvSpPr>
        <p:spPr>
          <a:xfrm>
            <a:off x="6959966" y="1349455"/>
            <a:ext cx="4808823" cy="4215887"/>
          </a:xfrm>
          <a:prstGeom prst="rect">
            <a:avLst/>
          </a:prstGeom>
        </p:spPr>
        <p:txBody>
          <a:bodyPr/>
          <a:lstStyle>
            <a:lvl1pPr marL="0" marR="0" indent="0" algn="l" defTabSz="412750" rtl="0" eaLnBrk="1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 kumimoji="0" lang="en-US" sz="1200" b="0" i="0" u="none" strike="noStrike" cap="none" spc="0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  <a:sym typeface="Helvetica Neue"/>
              </a:defRPr>
            </a:lvl1pPr>
          </a:lstStyle>
          <a:p>
            <a:pPr marL="171450" marR="0" lvl="0" indent="-171450" algn="l" defTabSz="41275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Blip>
                <a:blip/>
              </a:buBlip>
              <a:tabLst/>
              <a:defRPr/>
            </a:pPr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</a:t>
            </a:r>
            <a:r>
              <a:rPr lang="en-US" err="1"/>
              <a:t>sed</a:t>
            </a:r>
            <a:r>
              <a:rPr lang="en-US"/>
              <a:t>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labore</a:t>
            </a:r>
            <a:r>
              <a:rPr lang="en-US"/>
              <a:t> et </a:t>
            </a:r>
            <a:r>
              <a:rPr lang="en-US" err="1"/>
              <a:t>dolore</a:t>
            </a:r>
            <a:r>
              <a:rPr lang="en-US"/>
              <a:t> magna </a:t>
            </a:r>
            <a:r>
              <a:rPr lang="en-US" err="1"/>
              <a:t>aliqua</a:t>
            </a:r>
            <a:r>
              <a:rPr lang="en-US"/>
              <a:t>.</a:t>
            </a:r>
          </a:p>
          <a:p>
            <a:pPr marL="171450" marR="0" lvl="0" indent="-171450" algn="l" defTabSz="41275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Blip>
                <a:blip/>
              </a:buBlip>
              <a:tabLst/>
              <a:defRPr/>
            </a:pPr>
            <a:endParaRPr lang="en-US"/>
          </a:p>
          <a:p>
            <a:pPr marL="171450" marR="0" lvl="0" indent="-171450" algn="l" defTabSz="41275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Blip>
                <a:blip/>
              </a:buBlip>
              <a:tabLst/>
              <a:defRPr/>
            </a:pPr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</a:t>
            </a:r>
            <a:r>
              <a:rPr lang="en-US" err="1"/>
              <a:t>sed</a:t>
            </a:r>
            <a:r>
              <a:rPr lang="en-US"/>
              <a:t>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labore</a:t>
            </a:r>
            <a:r>
              <a:rPr lang="en-US"/>
              <a:t> et </a:t>
            </a:r>
            <a:r>
              <a:rPr lang="en-US" err="1"/>
              <a:t>dolore</a:t>
            </a:r>
            <a:r>
              <a:rPr lang="en-US"/>
              <a:t> magna </a:t>
            </a:r>
            <a:r>
              <a:rPr lang="en-US" err="1"/>
              <a:t>aliqua</a:t>
            </a:r>
            <a:r>
              <a:rPr lang="en-US"/>
              <a:t>.</a:t>
            </a:r>
          </a:p>
          <a:p>
            <a:pPr marL="171450" marR="0" lvl="0" indent="-171450" algn="l" defTabSz="41275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Blip>
                <a:blip/>
              </a:buBlip>
              <a:tabLst/>
              <a:defRPr/>
            </a:pPr>
            <a:endParaRPr lang="en-US"/>
          </a:p>
          <a:p>
            <a:pPr marL="171450" marR="0" lvl="0" indent="-171450" algn="l" defTabSz="41275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Blip>
                <a:blip/>
              </a:buBlip>
              <a:tabLst/>
              <a:defRPr/>
            </a:pPr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</a:t>
            </a:r>
            <a:r>
              <a:rPr lang="en-US" err="1"/>
              <a:t>sed</a:t>
            </a:r>
            <a:r>
              <a:rPr lang="en-US"/>
              <a:t>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labore</a:t>
            </a:r>
            <a:r>
              <a:rPr lang="en-US"/>
              <a:t> et </a:t>
            </a:r>
            <a:r>
              <a:rPr lang="en-US" err="1"/>
              <a:t>dolore</a:t>
            </a:r>
            <a:r>
              <a:rPr lang="en-US"/>
              <a:t> magna </a:t>
            </a:r>
            <a:r>
              <a:rPr lang="en-US" err="1"/>
              <a:t>aliqua</a:t>
            </a:r>
            <a:r>
              <a:rPr lang="en-US"/>
              <a:t>.</a:t>
            </a:r>
          </a:p>
          <a:p>
            <a:pPr marL="171450" marR="0" lvl="0" indent="-171450" algn="l" defTabSz="41275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Blip>
                <a:blip/>
              </a:buBlip>
              <a:tabLst/>
              <a:defRPr/>
            </a:pPr>
            <a:endParaRPr lang="en-US"/>
          </a:p>
          <a:p>
            <a:pPr marL="171450" marR="0" lvl="0" indent="-171450" algn="l" defTabSz="41275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Blip>
                <a:blip/>
              </a:buBlip>
              <a:tabLst/>
              <a:defRPr/>
            </a:pPr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</a:t>
            </a:r>
            <a:r>
              <a:rPr lang="en-US" err="1"/>
              <a:t>sed</a:t>
            </a:r>
            <a:r>
              <a:rPr lang="en-US"/>
              <a:t>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labore</a:t>
            </a:r>
            <a:r>
              <a:rPr lang="en-US"/>
              <a:t> et </a:t>
            </a:r>
            <a:r>
              <a:rPr lang="en-US" err="1"/>
              <a:t>dolore</a:t>
            </a:r>
            <a:r>
              <a:rPr lang="en-US"/>
              <a:t> magna </a:t>
            </a:r>
            <a:r>
              <a:rPr lang="en-US" err="1"/>
              <a:t>aliqua</a:t>
            </a:r>
            <a:r>
              <a:rPr lang="en-US"/>
              <a:t>.</a:t>
            </a:r>
          </a:p>
          <a:p>
            <a:pPr marL="171450" marR="0" lvl="0" indent="-171450" algn="l" defTabSz="41275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Blip>
                <a:blip/>
              </a:buBlip>
              <a:tabLst/>
              <a:defRPr/>
            </a:pPr>
            <a:endParaRPr lang="en-US"/>
          </a:p>
          <a:p>
            <a:pPr marL="171450" marR="0" lvl="0" indent="-171450" algn="l" defTabSz="41275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Blip>
                <a:blip/>
              </a:buBlip>
              <a:tabLst/>
              <a:defRPr/>
            </a:pPr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</a:t>
            </a:r>
            <a:r>
              <a:rPr lang="en-US" err="1"/>
              <a:t>sed</a:t>
            </a:r>
            <a:r>
              <a:rPr lang="en-US"/>
              <a:t>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labore</a:t>
            </a:r>
            <a:r>
              <a:rPr lang="en-US"/>
              <a:t> et </a:t>
            </a:r>
            <a:r>
              <a:rPr lang="en-US" err="1"/>
              <a:t>dolore</a:t>
            </a:r>
            <a:r>
              <a:rPr lang="en-US"/>
              <a:t> magna </a:t>
            </a:r>
            <a:r>
              <a:rPr lang="en-US" err="1"/>
              <a:t>aliqua</a:t>
            </a:r>
            <a:r>
              <a:rPr lang="en-US"/>
              <a:t>.</a:t>
            </a:r>
          </a:p>
          <a:p>
            <a:pPr marL="171450" marR="0" lvl="0" indent="-171450" algn="l" defTabSz="41275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Blip>
                <a:blip/>
              </a:buBlip>
              <a:tabLst/>
              <a:defRPr/>
            </a:pPr>
            <a:endParaRPr lang="en-US"/>
          </a:p>
          <a:p>
            <a:pPr marL="171450" marR="0" lvl="0" indent="-171450" algn="l" defTabSz="41275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Blip>
                <a:blip/>
              </a:buBlip>
              <a:tabLst/>
              <a:defRPr/>
            </a:pPr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</a:t>
            </a:r>
            <a:r>
              <a:rPr lang="en-US" err="1"/>
              <a:t>sed</a:t>
            </a:r>
            <a:r>
              <a:rPr lang="en-US"/>
              <a:t>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labore</a:t>
            </a:r>
            <a:r>
              <a:rPr lang="en-US"/>
              <a:t> et </a:t>
            </a:r>
            <a:r>
              <a:rPr lang="en-US" err="1"/>
              <a:t>dolore</a:t>
            </a:r>
            <a:r>
              <a:rPr lang="en-US"/>
              <a:t> magna </a:t>
            </a:r>
            <a:r>
              <a:rPr lang="en-US" err="1"/>
              <a:t>aliqua</a:t>
            </a:r>
            <a:r>
              <a:rPr lang="en-US"/>
              <a:t>.</a:t>
            </a:r>
          </a:p>
        </p:txBody>
      </p:sp>
      <p:sp>
        <p:nvSpPr>
          <p:cNvPr id="18" name="Rectangle 17"/>
          <p:cNvSpPr/>
          <p:nvPr userDrawn="1"/>
        </p:nvSpPr>
        <p:spPr>
          <a:xfrm>
            <a:off x="0" y="5886794"/>
            <a:ext cx="12192000" cy="246221"/>
          </a:xfrm>
          <a:prstGeom prst="rect">
            <a:avLst/>
          </a:prstGeom>
          <a:solidFill>
            <a:schemeClr val="tx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anchor="ctr">
            <a:spAutoFit/>
          </a:bodyPr>
          <a:lstStyle/>
          <a:p>
            <a:pPr marL="0" marR="0" indent="0" algn="ctr" defTabSz="41275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Neue Medium"/>
            </a:endParaRPr>
          </a:p>
        </p:txBody>
      </p:sp>
      <p:pic>
        <p:nvPicPr>
          <p:cNvPr id="19" name="Image" descr="Image"/>
          <p:cNvPicPr>
            <a:picLocks noChangeAspect="1"/>
          </p:cNvPicPr>
          <p:nvPr userDrawn="1"/>
        </p:nvPicPr>
        <p:blipFill>
          <a:blip/>
          <a:stretch>
            <a:fillRect/>
          </a:stretch>
        </p:blipFill>
        <p:spPr>
          <a:xfrm>
            <a:off x="311340" y="6313916"/>
            <a:ext cx="1709282" cy="285276"/>
          </a:xfrm>
          <a:prstGeom prst="rect">
            <a:avLst/>
          </a:prstGeom>
          <a:ln w="12700">
            <a:miter lim="400000"/>
          </a:ln>
        </p:spPr>
      </p:pic>
    </p:spTree>
    <p:extLst>
      <p:ext uri="{BB962C8B-B14F-4D97-AF65-F5344CB8AC3E}">
        <p14:creationId xmlns:p14="http://schemas.microsoft.com/office/powerpoint/2010/main" val="4133399575"/>
      </p:ext>
    </p:extLst>
  </p:cSld>
  <p:clrMapOvr>
    <a:masterClrMapping/>
  </p:clrMapOvr>
  <p:transition spd="med"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xto + Quotes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"/>
          <p:cNvSpPr/>
          <p:nvPr userDrawn="1"/>
        </p:nvSpPr>
        <p:spPr>
          <a:xfrm>
            <a:off x="6150906" y="-38521"/>
            <a:ext cx="6041095" cy="6935042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 sz="1600"/>
          </a:p>
        </p:txBody>
      </p:sp>
      <p:sp>
        <p:nvSpPr>
          <p:cNvPr id="5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6705600" y="1379934"/>
            <a:ext cx="5090160" cy="3672126"/>
          </a:xfrm>
          <a:prstGeom prst="rect">
            <a:avLst/>
          </a:prstGeom>
        </p:spPr>
        <p:txBody>
          <a:bodyPr/>
          <a:lstStyle>
            <a:lvl1pPr marL="0" marR="0" indent="0" algn="l" defTabSz="41275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2800" b="0" i="1" u="none" strike="noStrike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Playfair Display"/>
                <a:ea typeface="Playfair Display"/>
                <a:cs typeface="Playfair Display"/>
                <a:sym typeface="Helvetica Neue"/>
              </a:defRPr>
            </a:lvl1pPr>
          </a:lstStyle>
          <a:p>
            <a:r>
              <a:rPr lang="en-GB"/>
              <a:t>Lorem ipsum </a:t>
            </a:r>
            <a:r>
              <a:rPr lang="en-GB" err="1"/>
              <a:t>dolor</a:t>
            </a:r>
            <a:r>
              <a:rPr lang="en-GB"/>
              <a:t> sit </a:t>
            </a:r>
            <a:r>
              <a:rPr lang="en-GB" err="1"/>
              <a:t>amet</a:t>
            </a:r>
            <a:r>
              <a:rPr lang="en-GB"/>
              <a:t>, </a:t>
            </a:r>
            <a:r>
              <a:rPr lang="en-GB" err="1"/>
              <a:t>consectetur</a:t>
            </a:r>
            <a:r>
              <a:rPr lang="en-GB"/>
              <a:t> </a:t>
            </a:r>
            <a:r>
              <a:rPr lang="en-GB" err="1"/>
              <a:t>adipiscing</a:t>
            </a:r>
            <a:r>
              <a:rPr lang="en-GB"/>
              <a:t> </a:t>
            </a:r>
            <a:r>
              <a:rPr lang="en-GB" err="1"/>
              <a:t>elit</a:t>
            </a:r>
            <a:r>
              <a:rPr lang="en-GB"/>
              <a:t>, </a:t>
            </a:r>
            <a:r>
              <a:rPr lang="en-GB" err="1"/>
              <a:t>sed</a:t>
            </a:r>
            <a:r>
              <a:rPr lang="en-GB"/>
              <a:t> do </a:t>
            </a:r>
            <a:r>
              <a:rPr lang="en-GB" err="1"/>
              <a:t>eiusmod</a:t>
            </a:r>
            <a:r>
              <a:rPr lang="en-GB"/>
              <a:t> </a:t>
            </a:r>
            <a:r>
              <a:rPr lang="en-GB" err="1"/>
              <a:t>tempor</a:t>
            </a:r>
            <a:r>
              <a:rPr lang="en-GB"/>
              <a:t> </a:t>
            </a:r>
            <a:r>
              <a:rPr lang="en-GB" err="1"/>
              <a:t>incididunt</a:t>
            </a:r>
            <a:r>
              <a:rPr lang="en-GB"/>
              <a:t> </a:t>
            </a:r>
            <a:r>
              <a:rPr lang="en-GB" err="1"/>
              <a:t>ut</a:t>
            </a:r>
            <a:r>
              <a:rPr lang="en-GB"/>
              <a:t> </a:t>
            </a:r>
            <a:r>
              <a:rPr lang="en-GB" err="1"/>
              <a:t>labore</a:t>
            </a:r>
            <a:r>
              <a:rPr lang="en-GB"/>
              <a:t> et </a:t>
            </a:r>
            <a:r>
              <a:rPr lang="en-GB" err="1"/>
              <a:t>dolore</a:t>
            </a:r>
            <a:r>
              <a:rPr lang="en-GB"/>
              <a:t> magna </a:t>
            </a:r>
            <a:r>
              <a:rPr lang="en-GB" err="1"/>
              <a:t>aliqua</a:t>
            </a:r>
            <a:r>
              <a:rPr lang="en-GB"/>
              <a:t>. </a:t>
            </a:r>
            <a:r>
              <a:rPr lang="en-GB" err="1"/>
              <a:t>Ut</a:t>
            </a:r>
            <a:r>
              <a:rPr lang="en-GB"/>
              <a:t> </a:t>
            </a:r>
            <a:r>
              <a:rPr lang="en-GB" err="1"/>
              <a:t>enim</a:t>
            </a:r>
            <a:r>
              <a:rPr lang="en-GB"/>
              <a:t> ad minim </a:t>
            </a:r>
            <a:r>
              <a:rPr lang="en-GB" err="1"/>
              <a:t>veniam</a:t>
            </a:r>
            <a:r>
              <a:rPr lang="en-GB"/>
              <a:t>, </a:t>
            </a:r>
            <a:r>
              <a:rPr lang="en-GB" err="1"/>
              <a:t>quis</a:t>
            </a:r>
            <a:r>
              <a:rPr lang="en-GB"/>
              <a:t> </a:t>
            </a:r>
            <a:r>
              <a:rPr lang="en-GB" err="1"/>
              <a:t>nostrud</a:t>
            </a:r>
            <a:r>
              <a:rPr lang="en-GB"/>
              <a:t> exercitation </a:t>
            </a:r>
            <a:r>
              <a:rPr lang="en-GB" err="1"/>
              <a:t>ullamco</a:t>
            </a:r>
            <a:r>
              <a:rPr lang="en-GB"/>
              <a:t> </a:t>
            </a:r>
            <a:r>
              <a:rPr lang="en-GB" err="1"/>
              <a:t>laboris</a:t>
            </a:r>
            <a:r>
              <a:rPr lang="en-GB"/>
              <a:t> nisi </a:t>
            </a:r>
            <a:r>
              <a:rPr lang="en-GB" err="1"/>
              <a:t>ut</a:t>
            </a:r>
            <a:r>
              <a:rPr lang="en-GB"/>
              <a:t> </a:t>
            </a:r>
            <a:r>
              <a:rPr lang="en-GB" err="1"/>
              <a:t>aliquip</a:t>
            </a:r>
            <a:r>
              <a:rPr lang="en-GB"/>
              <a:t> ex </a:t>
            </a:r>
            <a:r>
              <a:rPr lang="en-GB" err="1"/>
              <a:t>ea</a:t>
            </a:r>
            <a:r>
              <a:rPr lang="en-GB"/>
              <a:t> </a:t>
            </a:r>
            <a:r>
              <a:rPr lang="en-GB" err="1"/>
              <a:t>commodo</a:t>
            </a:r>
            <a:r>
              <a:rPr lang="en-GB"/>
              <a:t> </a:t>
            </a:r>
            <a:r>
              <a:rPr lang="en-GB" err="1"/>
              <a:t>consequat</a:t>
            </a:r>
            <a:r>
              <a:rPr lang="en-GB"/>
              <a:t>.</a:t>
            </a:r>
          </a:p>
        </p:txBody>
      </p:sp>
      <p:sp>
        <p:nvSpPr>
          <p:cNvPr id="22" name="Text Placeholder 21"/>
          <p:cNvSpPr>
            <a:spLocks noGrp="1"/>
          </p:cNvSpPr>
          <p:nvPr>
            <p:ph type="body" sz="quarter" idx="12" hasCustomPrompt="1"/>
          </p:nvPr>
        </p:nvSpPr>
        <p:spPr>
          <a:xfrm>
            <a:off x="6705600" y="5021580"/>
            <a:ext cx="5090160" cy="54859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000" b="0" cap="none" baseline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Author Name, job description </a:t>
            </a:r>
            <a:endParaRPr lang="en-GB"/>
          </a:p>
        </p:txBody>
      </p:sp>
      <p:sp>
        <p:nvSpPr>
          <p:cNvPr id="7" name="Line"/>
          <p:cNvSpPr/>
          <p:nvPr userDrawn="1"/>
        </p:nvSpPr>
        <p:spPr>
          <a:xfrm>
            <a:off x="337654" y="619237"/>
            <a:ext cx="571697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 sz="1600"/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3" hasCustomPrompt="1"/>
          </p:nvPr>
        </p:nvSpPr>
        <p:spPr>
          <a:xfrm>
            <a:off x="311340" y="364775"/>
            <a:ext cx="5415090" cy="22191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000" cap="all" baseline="0"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lvl="0"/>
            <a:r>
              <a:rPr lang="en-US"/>
              <a:t>Place project name here | DATE</a:t>
            </a:r>
            <a:endParaRPr lang="en-GB"/>
          </a:p>
        </p:txBody>
      </p:sp>
      <p:sp>
        <p:nvSpPr>
          <p:cNvPr id="9" name="Text Placeholder 2"/>
          <p:cNvSpPr>
            <a:spLocks noGrp="1"/>
          </p:cNvSpPr>
          <p:nvPr>
            <p:ph type="body" sz="quarter" idx="14" hasCustomPrompt="1"/>
          </p:nvPr>
        </p:nvSpPr>
        <p:spPr>
          <a:xfrm>
            <a:off x="311340" y="1349455"/>
            <a:ext cx="5415090" cy="540306"/>
          </a:xfrm>
          <a:prstGeom prst="rect">
            <a:avLst/>
          </a:prstGeom>
        </p:spPr>
        <p:txBody>
          <a:bodyPr/>
          <a:lstStyle>
            <a:lvl1pPr marL="0" marR="0" indent="0" algn="l" defTabSz="41275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4550" b="0" i="0" u="none" strike="noStrike" cap="none" spc="0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Playfair Display"/>
                <a:ea typeface="Playfair Display"/>
                <a:cs typeface="Playfair Display"/>
                <a:sym typeface="Helvetica Neue"/>
              </a:defRPr>
            </a:lvl1pPr>
          </a:lstStyle>
          <a:p>
            <a:pPr lvl="0"/>
            <a:r>
              <a:rPr lang="en-US"/>
              <a:t>Title goes here</a:t>
            </a:r>
          </a:p>
        </p:txBody>
      </p:sp>
      <p:sp>
        <p:nvSpPr>
          <p:cNvPr id="10" name="Text Placeholder 2"/>
          <p:cNvSpPr>
            <a:spLocks noGrp="1"/>
          </p:cNvSpPr>
          <p:nvPr>
            <p:ph type="body" sz="quarter" idx="15" hasCustomPrompt="1"/>
          </p:nvPr>
        </p:nvSpPr>
        <p:spPr>
          <a:xfrm>
            <a:off x="311340" y="2099192"/>
            <a:ext cx="5415090" cy="198239"/>
          </a:xfrm>
          <a:prstGeom prst="rect">
            <a:avLst/>
          </a:prstGeom>
        </p:spPr>
        <p:txBody>
          <a:bodyPr/>
          <a:lstStyle>
            <a:lvl1pPr marL="0" marR="0" indent="0" algn="l" defTabSz="41275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1600" b="0" i="0" u="none" strike="noStrike" cap="all" spc="0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  <a:sym typeface="Helvetica Neue"/>
              </a:defRPr>
            </a:lvl1pPr>
          </a:lstStyle>
          <a:p>
            <a:pPr lvl="0"/>
            <a:r>
              <a:rPr lang="en-US"/>
              <a:t>SUBTITLE GOES HERE</a:t>
            </a:r>
          </a:p>
        </p:txBody>
      </p:sp>
      <p:sp>
        <p:nvSpPr>
          <p:cNvPr id="11" name="Text Placeholder 2"/>
          <p:cNvSpPr>
            <a:spLocks noGrp="1"/>
          </p:cNvSpPr>
          <p:nvPr>
            <p:ph type="body" sz="quarter" idx="16" hasCustomPrompt="1"/>
          </p:nvPr>
        </p:nvSpPr>
        <p:spPr>
          <a:xfrm>
            <a:off x="337653" y="3215997"/>
            <a:ext cx="5415090" cy="2396218"/>
          </a:xfrm>
          <a:prstGeom prst="rect">
            <a:avLst/>
          </a:prstGeom>
        </p:spPr>
        <p:txBody>
          <a:bodyPr/>
          <a:lstStyle>
            <a:lvl1pPr marL="0" marR="0" indent="0" algn="l" defTabSz="41275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 kumimoji="0" lang="en-US" sz="1200" b="0" i="0" u="none" strike="noStrike" cap="none" spc="0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  <a:sym typeface="Helvetica Neue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</a:t>
            </a:r>
            <a:r>
              <a:rPr lang="en-US" err="1"/>
              <a:t>sed</a:t>
            </a:r>
            <a:r>
              <a:rPr lang="en-US"/>
              <a:t>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labore</a:t>
            </a:r>
            <a:r>
              <a:rPr lang="en-US"/>
              <a:t> et </a:t>
            </a:r>
            <a:r>
              <a:rPr lang="en-US" err="1"/>
              <a:t>dolore</a:t>
            </a:r>
            <a:r>
              <a:rPr lang="en-US"/>
              <a:t> magna </a:t>
            </a:r>
            <a:r>
              <a:rPr lang="en-US" err="1"/>
              <a:t>aliqua</a:t>
            </a:r>
            <a:r>
              <a:rPr lang="en-US"/>
              <a:t>.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exercitation </a:t>
            </a:r>
            <a:r>
              <a:rPr lang="en-US" err="1"/>
              <a:t>ullamco</a:t>
            </a:r>
            <a:r>
              <a:rPr lang="en-US"/>
              <a:t> </a:t>
            </a:r>
            <a:r>
              <a:rPr lang="en-US" err="1"/>
              <a:t>laboris</a:t>
            </a:r>
            <a:r>
              <a:rPr lang="en-US"/>
              <a:t> nisi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aliquip</a:t>
            </a:r>
            <a:r>
              <a:rPr lang="en-US"/>
              <a:t> ex </a:t>
            </a:r>
            <a:r>
              <a:rPr lang="en-US" err="1"/>
              <a:t>ea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  <a:r>
              <a:rPr lang="en-US" err="1"/>
              <a:t>Duis</a:t>
            </a:r>
            <a:r>
              <a:rPr lang="en-US"/>
              <a:t> </a:t>
            </a:r>
            <a:r>
              <a:rPr lang="en-US" err="1"/>
              <a:t>aute</a:t>
            </a:r>
            <a:r>
              <a:rPr lang="en-US"/>
              <a:t> </a:t>
            </a:r>
            <a:r>
              <a:rPr lang="en-US" err="1"/>
              <a:t>irure</a:t>
            </a:r>
            <a:r>
              <a:rPr lang="en-US"/>
              <a:t> dolor in </a:t>
            </a:r>
            <a:r>
              <a:rPr lang="en-US" err="1"/>
              <a:t>reprehenderit</a:t>
            </a:r>
            <a:r>
              <a:rPr lang="en-US"/>
              <a:t> in </a:t>
            </a:r>
            <a:r>
              <a:rPr lang="en-US" err="1"/>
              <a:t>voluptate</a:t>
            </a:r>
            <a:r>
              <a:rPr lang="en-US"/>
              <a:t> </a:t>
            </a:r>
            <a:r>
              <a:rPr lang="en-US" err="1"/>
              <a:t>velit</a:t>
            </a:r>
            <a:r>
              <a:rPr lang="en-US"/>
              <a:t> </a:t>
            </a:r>
            <a:r>
              <a:rPr lang="en-US" err="1"/>
              <a:t>esse</a:t>
            </a:r>
            <a:r>
              <a:rPr lang="en-US"/>
              <a:t> </a:t>
            </a:r>
            <a:r>
              <a:rPr lang="en-US" err="1"/>
              <a:t>cillum</a:t>
            </a:r>
            <a:r>
              <a:rPr lang="en-US"/>
              <a:t> </a:t>
            </a:r>
            <a:r>
              <a:rPr lang="en-US" err="1"/>
              <a:t>dolore</a:t>
            </a:r>
            <a:r>
              <a:rPr lang="en-US"/>
              <a:t> </a:t>
            </a:r>
            <a:r>
              <a:rPr lang="en-US" err="1"/>
              <a:t>eu</a:t>
            </a:r>
            <a:r>
              <a:rPr lang="en-US"/>
              <a:t> </a:t>
            </a:r>
            <a:r>
              <a:rPr lang="en-US" err="1"/>
              <a:t>fugiat</a:t>
            </a:r>
            <a:r>
              <a:rPr lang="en-US"/>
              <a:t> </a:t>
            </a:r>
            <a:r>
              <a:rPr lang="en-US" err="1"/>
              <a:t>nulla</a:t>
            </a:r>
            <a:r>
              <a:rPr lang="en-US"/>
              <a:t> </a:t>
            </a:r>
            <a:r>
              <a:rPr lang="en-US" err="1"/>
              <a:t>pariatur</a:t>
            </a:r>
            <a:r>
              <a:rPr lang="en-US"/>
              <a:t>. </a:t>
            </a:r>
            <a:r>
              <a:rPr lang="en-US" err="1"/>
              <a:t>Excepteur</a:t>
            </a:r>
            <a:r>
              <a:rPr lang="en-US"/>
              <a:t> </a:t>
            </a:r>
            <a:r>
              <a:rPr lang="en-US" err="1"/>
              <a:t>sint</a:t>
            </a:r>
            <a:r>
              <a:rPr lang="en-US"/>
              <a:t> </a:t>
            </a:r>
            <a:r>
              <a:rPr lang="en-US" err="1"/>
              <a:t>occaecat</a:t>
            </a:r>
            <a:r>
              <a:rPr lang="en-US"/>
              <a:t> </a:t>
            </a:r>
            <a:r>
              <a:rPr lang="en-US" err="1"/>
              <a:t>cupidatat</a:t>
            </a:r>
            <a:r>
              <a:rPr lang="en-US"/>
              <a:t> non </a:t>
            </a:r>
            <a:r>
              <a:rPr lang="en-US" err="1"/>
              <a:t>proident</a:t>
            </a:r>
            <a:r>
              <a:rPr lang="en-US"/>
              <a:t>, </a:t>
            </a:r>
            <a:r>
              <a:rPr lang="en-US" err="1"/>
              <a:t>sunt</a:t>
            </a:r>
            <a:r>
              <a:rPr lang="en-US"/>
              <a:t> in culpa qui </a:t>
            </a:r>
            <a:r>
              <a:rPr lang="en-US" err="1"/>
              <a:t>officia</a:t>
            </a:r>
            <a:r>
              <a:rPr lang="en-US"/>
              <a:t> </a:t>
            </a:r>
            <a:r>
              <a:rPr lang="en-US" err="1"/>
              <a:t>deserunt</a:t>
            </a:r>
            <a:r>
              <a:rPr lang="en-US"/>
              <a:t> </a:t>
            </a:r>
            <a:r>
              <a:rPr lang="en-US" err="1"/>
              <a:t>mollit</a:t>
            </a:r>
            <a:r>
              <a:rPr lang="en-US"/>
              <a:t> </a:t>
            </a:r>
            <a:r>
              <a:rPr lang="en-US" err="1"/>
              <a:t>anim</a:t>
            </a:r>
            <a:r>
              <a:rPr lang="en-US"/>
              <a:t> id </a:t>
            </a:r>
            <a:r>
              <a:rPr lang="en-US" err="1"/>
              <a:t>est</a:t>
            </a:r>
            <a:r>
              <a:rPr lang="en-US"/>
              <a:t> </a:t>
            </a:r>
            <a:r>
              <a:rPr lang="en-US" err="1"/>
              <a:t>laborum</a:t>
            </a:r>
            <a:r>
              <a:rPr lang="en-US"/>
              <a:t>.</a:t>
            </a:r>
          </a:p>
          <a:p>
            <a:pPr lvl="0"/>
            <a:r>
              <a:rPr lang="en-US" err="1"/>
              <a:t>Sed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perspiciatis</a:t>
            </a:r>
            <a:r>
              <a:rPr lang="en-US"/>
              <a:t> </a:t>
            </a:r>
            <a:r>
              <a:rPr lang="en-US" err="1"/>
              <a:t>unde</a:t>
            </a:r>
            <a:r>
              <a:rPr lang="en-US"/>
              <a:t> </a:t>
            </a:r>
            <a:r>
              <a:rPr lang="en-US" err="1"/>
              <a:t>omnis</a:t>
            </a:r>
            <a:r>
              <a:rPr lang="en-US"/>
              <a:t> </a:t>
            </a:r>
            <a:r>
              <a:rPr lang="en-US" err="1"/>
              <a:t>iste</a:t>
            </a:r>
            <a:r>
              <a:rPr lang="en-US"/>
              <a:t> </a:t>
            </a:r>
            <a:r>
              <a:rPr lang="en-US" err="1"/>
              <a:t>natus</a:t>
            </a:r>
            <a:r>
              <a:rPr lang="en-US"/>
              <a:t> error sit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accusantium</a:t>
            </a:r>
            <a:r>
              <a:rPr lang="en-US"/>
              <a:t> </a:t>
            </a:r>
            <a:r>
              <a:rPr lang="en-US" err="1"/>
              <a:t>doloremque</a:t>
            </a:r>
            <a:r>
              <a:rPr lang="en-US"/>
              <a:t> </a:t>
            </a:r>
            <a:r>
              <a:rPr lang="en-US" err="1"/>
              <a:t>laudantium</a:t>
            </a:r>
            <a:r>
              <a:rPr lang="en-US"/>
              <a:t>, </a:t>
            </a:r>
            <a:r>
              <a:rPr lang="en-US" err="1"/>
              <a:t>totam</a:t>
            </a:r>
            <a:r>
              <a:rPr lang="en-US"/>
              <a:t> rem </a:t>
            </a:r>
            <a:r>
              <a:rPr lang="en-US" err="1"/>
              <a:t>aperiam</a:t>
            </a:r>
            <a:r>
              <a:rPr lang="en-US"/>
              <a:t>, </a:t>
            </a:r>
            <a:r>
              <a:rPr lang="en-US" err="1"/>
              <a:t>eaque</a:t>
            </a:r>
            <a:r>
              <a:rPr lang="en-US"/>
              <a:t> </a:t>
            </a:r>
            <a:r>
              <a:rPr lang="en-US" err="1"/>
              <a:t>ipsa</a:t>
            </a:r>
            <a:r>
              <a:rPr lang="en-US"/>
              <a:t> quae ab </a:t>
            </a:r>
            <a:r>
              <a:rPr lang="en-US" err="1"/>
              <a:t>illo</a:t>
            </a:r>
            <a:r>
              <a:rPr lang="en-US"/>
              <a:t> </a:t>
            </a:r>
            <a:r>
              <a:rPr lang="en-US" err="1"/>
              <a:t>inventore</a:t>
            </a:r>
            <a:r>
              <a:rPr lang="en-US"/>
              <a:t> </a:t>
            </a:r>
            <a:r>
              <a:rPr lang="en-US" err="1"/>
              <a:t>veritatis</a:t>
            </a:r>
            <a:r>
              <a:rPr lang="en-US"/>
              <a:t> et quasi </a:t>
            </a:r>
            <a:r>
              <a:rPr lang="en-US" err="1"/>
              <a:t>architecto</a:t>
            </a:r>
            <a:r>
              <a:rPr lang="en-US"/>
              <a:t> </a:t>
            </a:r>
            <a:r>
              <a:rPr lang="en-US" err="1"/>
              <a:t>beatae</a:t>
            </a:r>
            <a:r>
              <a:rPr lang="en-US"/>
              <a:t> vitae dicta </a:t>
            </a:r>
            <a:r>
              <a:rPr lang="en-US" err="1"/>
              <a:t>sunt</a:t>
            </a:r>
            <a:r>
              <a:rPr lang="en-US"/>
              <a:t> </a:t>
            </a:r>
            <a:r>
              <a:rPr lang="en-US" err="1"/>
              <a:t>explicabo</a:t>
            </a:r>
            <a:r>
              <a:rPr lang="en-US"/>
              <a:t>. Nemo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ipsam</a:t>
            </a:r>
            <a:r>
              <a:rPr lang="en-US"/>
              <a:t>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quia</a:t>
            </a:r>
            <a:r>
              <a:rPr lang="en-US"/>
              <a:t> </a:t>
            </a:r>
            <a:r>
              <a:rPr lang="en-US" err="1"/>
              <a:t>voluptas</a:t>
            </a:r>
            <a:r>
              <a:rPr lang="en-US"/>
              <a:t> sit </a:t>
            </a:r>
            <a:r>
              <a:rPr lang="en-US" err="1"/>
              <a:t>aspernatur</a:t>
            </a:r>
            <a:endParaRPr lang="en-US"/>
          </a:p>
        </p:txBody>
      </p:sp>
      <p:sp>
        <p:nvSpPr>
          <p:cNvPr id="12" name="Rectangle 11"/>
          <p:cNvSpPr/>
          <p:nvPr userDrawn="1"/>
        </p:nvSpPr>
        <p:spPr>
          <a:xfrm>
            <a:off x="0" y="5886794"/>
            <a:ext cx="12192000" cy="246221"/>
          </a:xfrm>
          <a:prstGeom prst="rect">
            <a:avLst/>
          </a:prstGeom>
          <a:solidFill>
            <a:schemeClr val="tx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anchor="ctr">
            <a:spAutoFit/>
          </a:bodyPr>
          <a:lstStyle/>
          <a:p>
            <a:pPr marL="0" marR="0" indent="0" algn="ctr" defTabSz="41275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Neue Medium"/>
            </a:endParaRPr>
          </a:p>
        </p:txBody>
      </p:sp>
      <p:pic>
        <p:nvPicPr>
          <p:cNvPr id="13" name="Image" descr="Image"/>
          <p:cNvPicPr>
            <a:picLocks noChangeAspect="1"/>
          </p:cNvPicPr>
          <p:nvPr userDrawn="1"/>
        </p:nvPicPr>
        <p:blipFill>
          <a:blip/>
          <a:stretch>
            <a:fillRect/>
          </a:stretch>
        </p:blipFill>
        <p:spPr>
          <a:xfrm>
            <a:off x="311340" y="6313916"/>
            <a:ext cx="1709282" cy="285276"/>
          </a:xfrm>
          <a:prstGeom prst="rect">
            <a:avLst/>
          </a:prstGeom>
          <a:ln w="12700">
            <a:miter lim="400000"/>
          </a:ln>
        </p:spPr>
      </p:pic>
    </p:spTree>
    <p:extLst>
      <p:ext uri="{BB962C8B-B14F-4D97-AF65-F5344CB8AC3E}">
        <p14:creationId xmlns:p14="http://schemas.microsoft.com/office/powerpoint/2010/main" val="2506444524"/>
      </p:ext>
    </p:extLst>
  </p:cSld>
  <p:clrMapOvr>
    <a:masterClrMapping/>
  </p:clrMapOvr>
  <p:transition spd="med"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xto + Quotes 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"/>
          <p:cNvSpPr/>
          <p:nvPr userDrawn="1"/>
        </p:nvSpPr>
        <p:spPr>
          <a:xfrm>
            <a:off x="6150906" y="-38521"/>
            <a:ext cx="6041095" cy="6935042"/>
          </a:xfrm>
          <a:prstGeom prst="rect">
            <a:avLst/>
          </a:prstGeom>
          <a:solidFill>
            <a:srgbClr val="EE230C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 sz="1600"/>
          </a:p>
        </p:txBody>
      </p:sp>
      <p:sp>
        <p:nvSpPr>
          <p:cNvPr id="5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6705600" y="1379934"/>
            <a:ext cx="5090160" cy="3672126"/>
          </a:xfrm>
          <a:prstGeom prst="rect">
            <a:avLst/>
          </a:prstGeom>
        </p:spPr>
        <p:txBody>
          <a:bodyPr/>
          <a:lstStyle>
            <a:lvl1pPr marL="0" marR="0" indent="0" algn="l" defTabSz="41275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2800" b="0" i="1" u="none" strike="noStrike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Playfair Display"/>
                <a:ea typeface="Playfair Display"/>
                <a:cs typeface="Playfair Display"/>
                <a:sym typeface="Helvetica Neue"/>
              </a:defRPr>
            </a:lvl1pPr>
          </a:lstStyle>
          <a:p>
            <a:r>
              <a:rPr lang="en-GB"/>
              <a:t>Lorem ipsum </a:t>
            </a:r>
            <a:r>
              <a:rPr lang="en-GB" err="1"/>
              <a:t>dolor</a:t>
            </a:r>
            <a:r>
              <a:rPr lang="en-GB"/>
              <a:t> sit </a:t>
            </a:r>
            <a:r>
              <a:rPr lang="en-GB" err="1"/>
              <a:t>amet</a:t>
            </a:r>
            <a:r>
              <a:rPr lang="en-GB"/>
              <a:t>, </a:t>
            </a:r>
            <a:r>
              <a:rPr lang="en-GB" err="1"/>
              <a:t>consectetur</a:t>
            </a:r>
            <a:r>
              <a:rPr lang="en-GB"/>
              <a:t> </a:t>
            </a:r>
            <a:r>
              <a:rPr lang="en-GB" err="1"/>
              <a:t>adipiscing</a:t>
            </a:r>
            <a:r>
              <a:rPr lang="en-GB"/>
              <a:t> </a:t>
            </a:r>
            <a:r>
              <a:rPr lang="en-GB" err="1"/>
              <a:t>elit</a:t>
            </a:r>
            <a:r>
              <a:rPr lang="en-GB"/>
              <a:t>, </a:t>
            </a:r>
            <a:r>
              <a:rPr lang="en-GB" err="1"/>
              <a:t>sed</a:t>
            </a:r>
            <a:r>
              <a:rPr lang="en-GB"/>
              <a:t> do </a:t>
            </a:r>
            <a:r>
              <a:rPr lang="en-GB" err="1"/>
              <a:t>eiusmod</a:t>
            </a:r>
            <a:r>
              <a:rPr lang="en-GB"/>
              <a:t> </a:t>
            </a:r>
            <a:r>
              <a:rPr lang="en-GB" err="1"/>
              <a:t>tempor</a:t>
            </a:r>
            <a:r>
              <a:rPr lang="en-GB"/>
              <a:t> </a:t>
            </a:r>
            <a:r>
              <a:rPr lang="en-GB" err="1"/>
              <a:t>incididunt</a:t>
            </a:r>
            <a:r>
              <a:rPr lang="en-GB"/>
              <a:t> </a:t>
            </a:r>
            <a:r>
              <a:rPr lang="en-GB" err="1"/>
              <a:t>ut</a:t>
            </a:r>
            <a:r>
              <a:rPr lang="en-GB"/>
              <a:t> </a:t>
            </a:r>
            <a:r>
              <a:rPr lang="en-GB" err="1"/>
              <a:t>labore</a:t>
            </a:r>
            <a:r>
              <a:rPr lang="en-GB"/>
              <a:t> et </a:t>
            </a:r>
            <a:r>
              <a:rPr lang="en-GB" err="1"/>
              <a:t>dolore</a:t>
            </a:r>
            <a:r>
              <a:rPr lang="en-GB"/>
              <a:t> magna </a:t>
            </a:r>
            <a:r>
              <a:rPr lang="en-GB" err="1"/>
              <a:t>aliqua</a:t>
            </a:r>
            <a:r>
              <a:rPr lang="en-GB"/>
              <a:t>. </a:t>
            </a:r>
            <a:r>
              <a:rPr lang="en-GB" err="1"/>
              <a:t>Ut</a:t>
            </a:r>
            <a:r>
              <a:rPr lang="en-GB"/>
              <a:t> </a:t>
            </a:r>
            <a:r>
              <a:rPr lang="en-GB" err="1"/>
              <a:t>enim</a:t>
            </a:r>
            <a:r>
              <a:rPr lang="en-GB"/>
              <a:t> ad minim </a:t>
            </a:r>
            <a:r>
              <a:rPr lang="en-GB" err="1"/>
              <a:t>veniam</a:t>
            </a:r>
            <a:r>
              <a:rPr lang="en-GB"/>
              <a:t>, </a:t>
            </a:r>
            <a:r>
              <a:rPr lang="en-GB" err="1"/>
              <a:t>quis</a:t>
            </a:r>
            <a:r>
              <a:rPr lang="en-GB"/>
              <a:t> </a:t>
            </a:r>
            <a:r>
              <a:rPr lang="en-GB" err="1"/>
              <a:t>nostrud</a:t>
            </a:r>
            <a:r>
              <a:rPr lang="en-GB"/>
              <a:t> exercitation </a:t>
            </a:r>
            <a:r>
              <a:rPr lang="en-GB" err="1"/>
              <a:t>ullamco</a:t>
            </a:r>
            <a:r>
              <a:rPr lang="en-GB"/>
              <a:t> </a:t>
            </a:r>
            <a:r>
              <a:rPr lang="en-GB" err="1"/>
              <a:t>laboris</a:t>
            </a:r>
            <a:r>
              <a:rPr lang="en-GB"/>
              <a:t> nisi </a:t>
            </a:r>
            <a:r>
              <a:rPr lang="en-GB" err="1"/>
              <a:t>ut</a:t>
            </a:r>
            <a:r>
              <a:rPr lang="en-GB"/>
              <a:t> </a:t>
            </a:r>
            <a:r>
              <a:rPr lang="en-GB" err="1"/>
              <a:t>aliquip</a:t>
            </a:r>
            <a:r>
              <a:rPr lang="en-GB"/>
              <a:t> ex </a:t>
            </a:r>
            <a:r>
              <a:rPr lang="en-GB" err="1"/>
              <a:t>ea</a:t>
            </a:r>
            <a:r>
              <a:rPr lang="en-GB"/>
              <a:t> </a:t>
            </a:r>
            <a:r>
              <a:rPr lang="en-GB" err="1"/>
              <a:t>commodo</a:t>
            </a:r>
            <a:r>
              <a:rPr lang="en-GB"/>
              <a:t> </a:t>
            </a:r>
            <a:r>
              <a:rPr lang="en-GB" err="1"/>
              <a:t>consequat</a:t>
            </a:r>
            <a:r>
              <a:rPr lang="en-GB"/>
              <a:t>.</a:t>
            </a:r>
          </a:p>
        </p:txBody>
      </p:sp>
      <p:sp>
        <p:nvSpPr>
          <p:cNvPr id="22" name="Text Placeholder 21"/>
          <p:cNvSpPr>
            <a:spLocks noGrp="1"/>
          </p:cNvSpPr>
          <p:nvPr>
            <p:ph type="body" sz="quarter" idx="12" hasCustomPrompt="1"/>
          </p:nvPr>
        </p:nvSpPr>
        <p:spPr>
          <a:xfrm>
            <a:off x="6705600" y="5021580"/>
            <a:ext cx="5090160" cy="54859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000" b="0" cap="none" baseline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Author Name, job description </a:t>
            </a:r>
            <a:endParaRPr lang="en-GB"/>
          </a:p>
        </p:txBody>
      </p:sp>
      <p:sp>
        <p:nvSpPr>
          <p:cNvPr id="7" name="Line"/>
          <p:cNvSpPr/>
          <p:nvPr userDrawn="1"/>
        </p:nvSpPr>
        <p:spPr>
          <a:xfrm>
            <a:off x="337654" y="619237"/>
            <a:ext cx="571697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 sz="1600"/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3" hasCustomPrompt="1"/>
          </p:nvPr>
        </p:nvSpPr>
        <p:spPr>
          <a:xfrm>
            <a:off x="311340" y="364775"/>
            <a:ext cx="5415090" cy="22191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000" cap="all" baseline="0"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lvl="0"/>
            <a:r>
              <a:rPr lang="en-US"/>
              <a:t>Place project name here | DATE</a:t>
            </a:r>
            <a:endParaRPr lang="en-GB"/>
          </a:p>
        </p:txBody>
      </p:sp>
      <p:sp>
        <p:nvSpPr>
          <p:cNvPr id="9" name="Text Placeholder 2"/>
          <p:cNvSpPr>
            <a:spLocks noGrp="1"/>
          </p:cNvSpPr>
          <p:nvPr>
            <p:ph type="body" sz="quarter" idx="14" hasCustomPrompt="1"/>
          </p:nvPr>
        </p:nvSpPr>
        <p:spPr>
          <a:xfrm>
            <a:off x="311340" y="1349455"/>
            <a:ext cx="5415090" cy="540306"/>
          </a:xfrm>
          <a:prstGeom prst="rect">
            <a:avLst/>
          </a:prstGeom>
        </p:spPr>
        <p:txBody>
          <a:bodyPr/>
          <a:lstStyle>
            <a:lvl1pPr marL="0" marR="0" indent="0" algn="l" defTabSz="41275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4550" b="0" i="0" u="none" strike="noStrike" cap="none" spc="0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Playfair Display"/>
                <a:ea typeface="Playfair Display"/>
                <a:cs typeface="Playfair Display"/>
                <a:sym typeface="Helvetica Neue"/>
              </a:defRPr>
            </a:lvl1pPr>
          </a:lstStyle>
          <a:p>
            <a:pPr lvl="0"/>
            <a:r>
              <a:rPr lang="en-US"/>
              <a:t>Title goes here</a:t>
            </a:r>
          </a:p>
        </p:txBody>
      </p:sp>
      <p:sp>
        <p:nvSpPr>
          <p:cNvPr id="10" name="Text Placeholder 2"/>
          <p:cNvSpPr>
            <a:spLocks noGrp="1"/>
          </p:cNvSpPr>
          <p:nvPr>
            <p:ph type="body" sz="quarter" idx="15" hasCustomPrompt="1"/>
          </p:nvPr>
        </p:nvSpPr>
        <p:spPr>
          <a:xfrm>
            <a:off x="311340" y="2099192"/>
            <a:ext cx="5415090" cy="198239"/>
          </a:xfrm>
          <a:prstGeom prst="rect">
            <a:avLst/>
          </a:prstGeom>
        </p:spPr>
        <p:txBody>
          <a:bodyPr/>
          <a:lstStyle>
            <a:lvl1pPr marL="0" marR="0" indent="0" algn="l" defTabSz="41275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1600" b="0" i="0" u="none" strike="noStrike" cap="all" spc="0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  <a:sym typeface="Helvetica Neue"/>
              </a:defRPr>
            </a:lvl1pPr>
          </a:lstStyle>
          <a:p>
            <a:pPr lvl="0"/>
            <a:r>
              <a:rPr lang="en-US"/>
              <a:t>SUBTITLE GOES HERE</a:t>
            </a:r>
          </a:p>
        </p:txBody>
      </p:sp>
      <p:sp>
        <p:nvSpPr>
          <p:cNvPr id="11" name="Text Placeholder 2"/>
          <p:cNvSpPr>
            <a:spLocks noGrp="1"/>
          </p:cNvSpPr>
          <p:nvPr>
            <p:ph type="body" sz="quarter" idx="16" hasCustomPrompt="1"/>
          </p:nvPr>
        </p:nvSpPr>
        <p:spPr>
          <a:xfrm>
            <a:off x="337653" y="3215997"/>
            <a:ext cx="5415090" cy="2396218"/>
          </a:xfrm>
          <a:prstGeom prst="rect">
            <a:avLst/>
          </a:prstGeom>
        </p:spPr>
        <p:txBody>
          <a:bodyPr/>
          <a:lstStyle>
            <a:lvl1pPr marL="0" marR="0" indent="0" algn="l" defTabSz="41275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 kumimoji="0" lang="en-US" sz="1200" b="0" i="0" u="none" strike="noStrike" cap="none" spc="0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  <a:sym typeface="Helvetica Neue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</a:t>
            </a:r>
            <a:r>
              <a:rPr lang="en-US" err="1"/>
              <a:t>sed</a:t>
            </a:r>
            <a:r>
              <a:rPr lang="en-US"/>
              <a:t>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labore</a:t>
            </a:r>
            <a:r>
              <a:rPr lang="en-US"/>
              <a:t> et </a:t>
            </a:r>
            <a:r>
              <a:rPr lang="en-US" err="1"/>
              <a:t>dolore</a:t>
            </a:r>
            <a:r>
              <a:rPr lang="en-US"/>
              <a:t> magna </a:t>
            </a:r>
            <a:r>
              <a:rPr lang="en-US" err="1"/>
              <a:t>aliqua</a:t>
            </a:r>
            <a:r>
              <a:rPr lang="en-US"/>
              <a:t>.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exercitation </a:t>
            </a:r>
            <a:r>
              <a:rPr lang="en-US" err="1"/>
              <a:t>ullamco</a:t>
            </a:r>
            <a:r>
              <a:rPr lang="en-US"/>
              <a:t> </a:t>
            </a:r>
            <a:r>
              <a:rPr lang="en-US" err="1"/>
              <a:t>laboris</a:t>
            </a:r>
            <a:r>
              <a:rPr lang="en-US"/>
              <a:t> nisi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aliquip</a:t>
            </a:r>
            <a:r>
              <a:rPr lang="en-US"/>
              <a:t> ex </a:t>
            </a:r>
            <a:r>
              <a:rPr lang="en-US" err="1"/>
              <a:t>ea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  <a:r>
              <a:rPr lang="en-US" err="1"/>
              <a:t>Duis</a:t>
            </a:r>
            <a:r>
              <a:rPr lang="en-US"/>
              <a:t> </a:t>
            </a:r>
            <a:r>
              <a:rPr lang="en-US" err="1"/>
              <a:t>aute</a:t>
            </a:r>
            <a:r>
              <a:rPr lang="en-US"/>
              <a:t> </a:t>
            </a:r>
            <a:r>
              <a:rPr lang="en-US" err="1"/>
              <a:t>irure</a:t>
            </a:r>
            <a:r>
              <a:rPr lang="en-US"/>
              <a:t> dolor in </a:t>
            </a:r>
            <a:r>
              <a:rPr lang="en-US" err="1"/>
              <a:t>reprehenderit</a:t>
            </a:r>
            <a:r>
              <a:rPr lang="en-US"/>
              <a:t> in </a:t>
            </a:r>
            <a:r>
              <a:rPr lang="en-US" err="1"/>
              <a:t>voluptate</a:t>
            </a:r>
            <a:r>
              <a:rPr lang="en-US"/>
              <a:t> </a:t>
            </a:r>
            <a:r>
              <a:rPr lang="en-US" err="1"/>
              <a:t>velit</a:t>
            </a:r>
            <a:r>
              <a:rPr lang="en-US"/>
              <a:t> </a:t>
            </a:r>
            <a:r>
              <a:rPr lang="en-US" err="1"/>
              <a:t>esse</a:t>
            </a:r>
            <a:r>
              <a:rPr lang="en-US"/>
              <a:t> </a:t>
            </a:r>
            <a:r>
              <a:rPr lang="en-US" err="1"/>
              <a:t>cillum</a:t>
            </a:r>
            <a:r>
              <a:rPr lang="en-US"/>
              <a:t> </a:t>
            </a:r>
            <a:r>
              <a:rPr lang="en-US" err="1"/>
              <a:t>dolore</a:t>
            </a:r>
            <a:r>
              <a:rPr lang="en-US"/>
              <a:t> </a:t>
            </a:r>
            <a:r>
              <a:rPr lang="en-US" err="1"/>
              <a:t>eu</a:t>
            </a:r>
            <a:r>
              <a:rPr lang="en-US"/>
              <a:t> </a:t>
            </a:r>
            <a:r>
              <a:rPr lang="en-US" err="1"/>
              <a:t>fugiat</a:t>
            </a:r>
            <a:r>
              <a:rPr lang="en-US"/>
              <a:t> </a:t>
            </a:r>
            <a:r>
              <a:rPr lang="en-US" err="1"/>
              <a:t>nulla</a:t>
            </a:r>
            <a:r>
              <a:rPr lang="en-US"/>
              <a:t> </a:t>
            </a:r>
            <a:r>
              <a:rPr lang="en-US" err="1"/>
              <a:t>pariatur</a:t>
            </a:r>
            <a:r>
              <a:rPr lang="en-US"/>
              <a:t>. </a:t>
            </a:r>
            <a:r>
              <a:rPr lang="en-US" err="1"/>
              <a:t>Excepteur</a:t>
            </a:r>
            <a:r>
              <a:rPr lang="en-US"/>
              <a:t> </a:t>
            </a:r>
            <a:r>
              <a:rPr lang="en-US" err="1"/>
              <a:t>sint</a:t>
            </a:r>
            <a:r>
              <a:rPr lang="en-US"/>
              <a:t> </a:t>
            </a:r>
            <a:r>
              <a:rPr lang="en-US" err="1"/>
              <a:t>occaecat</a:t>
            </a:r>
            <a:r>
              <a:rPr lang="en-US"/>
              <a:t> </a:t>
            </a:r>
            <a:r>
              <a:rPr lang="en-US" err="1"/>
              <a:t>cupidatat</a:t>
            </a:r>
            <a:r>
              <a:rPr lang="en-US"/>
              <a:t> non </a:t>
            </a:r>
            <a:r>
              <a:rPr lang="en-US" err="1"/>
              <a:t>proident</a:t>
            </a:r>
            <a:r>
              <a:rPr lang="en-US"/>
              <a:t>, </a:t>
            </a:r>
            <a:r>
              <a:rPr lang="en-US" err="1"/>
              <a:t>sunt</a:t>
            </a:r>
            <a:r>
              <a:rPr lang="en-US"/>
              <a:t> in culpa qui </a:t>
            </a:r>
            <a:r>
              <a:rPr lang="en-US" err="1"/>
              <a:t>officia</a:t>
            </a:r>
            <a:r>
              <a:rPr lang="en-US"/>
              <a:t> </a:t>
            </a:r>
            <a:r>
              <a:rPr lang="en-US" err="1"/>
              <a:t>deserunt</a:t>
            </a:r>
            <a:r>
              <a:rPr lang="en-US"/>
              <a:t> </a:t>
            </a:r>
            <a:r>
              <a:rPr lang="en-US" err="1"/>
              <a:t>mollit</a:t>
            </a:r>
            <a:r>
              <a:rPr lang="en-US"/>
              <a:t> </a:t>
            </a:r>
            <a:r>
              <a:rPr lang="en-US" err="1"/>
              <a:t>anim</a:t>
            </a:r>
            <a:r>
              <a:rPr lang="en-US"/>
              <a:t> id </a:t>
            </a:r>
            <a:r>
              <a:rPr lang="en-US" err="1"/>
              <a:t>est</a:t>
            </a:r>
            <a:r>
              <a:rPr lang="en-US"/>
              <a:t> </a:t>
            </a:r>
            <a:r>
              <a:rPr lang="en-US" err="1"/>
              <a:t>laborum</a:t>
            </a:r>
            <a:r>
              <a:rPr lang="en-US"/>
              <a:t>.</a:t>
            </a:r>
          </a:p>
          <a:p>
            <a:pPr lvl="0"/>
            <a:r>
              <a:rPr lang="en-US" err="1"/>
              <a:t>Sed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perspiciatis</a:t>
            </a:r>
            <a:r>
              <a:rPr lang="en-US"/>
              <a:t> </a:t>
            </a:r>
            <a:r>
              <a:rPr lang="en-US" err="1"/>
              <a:t>unde</a:t>
            </a:r>
            <a:r>
              <a:rPr lang="en-US"/>
              <a:t> </a:t>
            </a:r>
            <a:r>
              <a:rPr lang="en-US" err="1"/>
              <a:t>omnis</a:t>
            </a:r>
            <a:r>
              <a:rPr lang="en-US"/>
              <a:t> </a:t>
            </a:r>
            <a:r>
              <a:rPr lang="en-US" err="1"/>
              <a:t>iste</a:t>
            </a:r>
            <a:r>
              <a:rPr lang="en-US"/>
              <a:t> </a:t>
            </a:r>
            <a:r>
              <a:rPr lang="en-US" err="1"/>
              <a:t>natus</a:t>
            </a:r>
            <a:r>
              <a:rPr lang="en-US"/>
              <a:t> error sit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accusantium</a:t>
            </a:r>
            <a:r>
              <a:rPr lang="en-US"/>
              <a:t> </a:t>
            </a:r>
            <a:r>
              <a:rPr lang="en-US" err="1"/>
              <a:t>doloremque</a:t>
            </a:r>
            <a:r>
              <a:rPr lang="en-US"/>
              <a:t> </a:t>
            </a:r>
            <a:r>
              <a:rPr lang="en-US" err="1"/>
              <a:t>laudantium</a:t>
            </a:r>
            <a:r>
              <a:rPr lang="en-US"/>
              <a:t>, </a:t>
            </a:r>
            <a:r>
              <a:rPr lang="en-US" err="1"/>
              <a:t>totam</a:t>
            </a:r>
            <a:r>
              <a:rPr lang="en-US"/>
              <a:t> rem </a:t>
            </a:r>
            <a:r>
              <a:rPr lang="en-US" err="1"/>
              <a:t>aperiam</a:t>
            </a:r>
            <a:r>
              <a:rPr lang="en-US"/>
              <a:t>, </a:t>
            </a:r>
            <a:r>
              <a:rPr lang="en-US" err="1"/>
              <a:t>eaque</a:t>
            </a:r>
            <a:r>
              <a:rPr lang="en-US"/>
              <a:t> </a:t>
            </a:r>
            <a:r>
              <a:rPr lang="en-US" err="1"/>
              <a:t>ipsa</a:t>
            </a:r>
            <a:r>
              <a:rPr lang="en-US"/>
              <a:t> quae ab </a:t>
            </a:r>
            <a:r>
              <a:rPr lang="en-US" err="1"/>
              <a:t>illo</a:t>
            </a:r>
            <a:r>
              <a:rPr lang="en-US"/>
              <a:t> </a:t>
            </a:r>
            <a:r>
              <a:rPr lang="en-US" err="1"/>
              <a:t>inventore</a:t>
            </a:r>
            <a:r>
              <a:rPr lang="en-US"/>
              <a:t> </a:t>
            </a:r>
            <a:r>
              <a:rPr lang="en-US" err="1"/>
              <a:t>veritatis</a:t>
            </a:r>
            <a:r>
              <a:rPr lang="en-US"/>
              <a:t> et quasi </a:t>
            </a:r>
            <a:r>
              <a:rPr lang="en-US" err="1"/>
              <a:t>architecto</a:t>
            </a:r>
            <a:r>
              <a:rPr lang="en-US"/>
              <a:t> </a:t>
            </a:r>
            <a:r>
              <a:rPr lang="en-US" err="1"/>
              <a:t>beatae</a:t>
            </a:r>
            <a:r>
              <a:rPr lang="en-US"/>
              <a:t> vitae dicta </a:t>
            </a:r>
            <a:r>
              <a:rPr lang="en-US" err="1"/>
              <a:t>sunt</a:t>
            </a:r>
            <a:r>
              <a:rPr lang="en-US"/>
              <a:t> </a:t>
            </a:r>
            <a:r>
              <a:rPr lang="en-US" err="1"/>
              <a:t>explicabo</a:t>
            </a:r>
            <a:r>
              <a:rPr lang="en-US"/>
              <a:t>. Nemo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ipsam</a:t>
            </a:r>
            <a:r>
              <a:rPr lang="en-US"/>
              <a:t>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quia</a:t>
            </a:r>
            <a:r>
              <a:rPr lang="en-US"/>
              <a:t> </a:t>
            </a:r>
            <a:r>
              <a:rPr lang="en-US" err="1"/>
              <a:t>voluptas</a:t>
            </a:r>
            <a:r>
              <a:rPr lang="en-US"/>
              <a:t> sit </a:t>
            </a:r>
            <a:r>
              <a:rPr lang="en-US" err="1"/>
              <a:t>aspernatur</a:t>
            </a:r>
            <a:endParaRPr lang="en-US"/>
          </a:p>
        </p:txBody>
      </p:sp>
      <p:sp>
        <p:nvSpPr>
          <p:cNvPr id="12" name="Rectangle 11"/>
          <p:cNvSpPr/>
          <p:nvPr userDrawn="1"/>
        </p:nvSpPr>
        <p:spPr>
          <a:xfrm>
            <a:off x="0" y="5886794"/>
            <a:ext cx="12192000" cy="246221"/>
          </a:xfrm>
          <a:prstGeom prst="rect">
            <a:avLst/>
          </a:prstGeom>
          <a:solidFill>
            <a:schemeClr val="tx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anchor="ctr">
            <a:spAutoFit/>
          </a:bodyPr>
          <a:lstStyle/>
          <a:p>
            <a:pPr marL="0" marR="0" indent="0" algn="ctr" defTabSz="41275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Neue Medium"/>
            </a:endParaRPr>
          </a:p>
        </p:txBody>
      </p:sp>
      <p:pic>
        <p:nvPicPr>
          <p:cNvPr id="13" name="Image" descr="Image"/>
          <p:cNvPicPr>
            <a:picLocks noChangeAspect="1"/>
          </p:cNvPicPr>
          <p:nvPr userDrawn="1"/>
        </p:nvPicPr>
        <p:blipFill>
          <a:blip/>
          <a:stretch>
            <a:fillRect/>
          </a:stretch>
        </p:blipFill>
        <p:spPr>
          <a:xfrm>
            <a:off x="311340" y="6313916"/>
            <a:ext cx="1709282" cy="285276"/>
          </a:xfrm>
          <a:prstGeom prst="rect">
            <a:avLst/>
          </a:prstGeom>
          <a:ln w="12700">
            <a:miter lim="400000"/>
          </a:ln>
        </p:spPr>
      </p:pic>
    </p:spTree>
    <p:extLst>
      <p:ext uri="{BB962C8B-B14F-4D97-AF65-F5344CB8AC3E}">
        <p14:creationId xmlns:p14="http://schemas.microsoft.com/office/powerpoint/2010/main" val="24496841"/>
      </p:ext>
    </p:extLst>
  </p:cSld>
  <p:clrMapOvr>
    <a:masterClrMapping/>
  </p:clrMapOvr>
  <p:transition spd="med"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Endpage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 userDrawn="1"/>
        </p:nvSpPr>
        <p:spPr>
          <a:xfrm>
            <a:off x="0" y="3305890"/>
            <a:ext cx="12192000" cy="246221"/>
          </a:xfrm>
          <a:prstGeom prst="rect">
            <a:avLst/>
          </a:prstGeom>
          <a:solidFill>
            <a:schemeClr val="bg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anchor="ctr">
            <a:spAutoFit/>
          </a:bodyPr>
          <a:lstStyle/>
          <a:p>
            <a:pPr marL="0" marR="0" indent="0" algn="ctr" defTabSz="41275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Neue Medium"/>
            </a:endParaRPr>
          </a:p>
        </p:txBody>
      </p:sp>
      <p:sp>
        <p:nvSpPr>
          <p:cNvPr id="5" name="Rectangle 4"/>
          <p:cNvSpPr/>
          <p:nvPr userDrawn="1"/>
        </p:nvSpPr>
        <p:spPr>
          <a:xfrm>
            <a:off x="0" y="5886794"/>
            <a:ext cx="12192000" cy="246221"/>
          </a:xfrm>
          <a:prstGeom prst="rect">
            <a:avLst/>
          </a:prstGeom>
          <a:solidFill>
            <a:schemeClr val="tx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anchor="ctr">
            <a:spAutoFit/>
          </a:bodyPr>
          <a:lstStyle/>
          <a:p>
            <a:pPr marL="0" marR="0" indent="0" algn="ctr" defTabSz="41275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Neue Medium"/>
            </a:endParaRPr>
          </a:p>
        </p:txBody>
      </p:sp>
      <p:pic>
        <p:nvPicPr>
          <p:cNvPr id="6" name="Image" descr="Image"/>
          <p:cNvPicPr>
            <a:picLocks noChangeAspect="1"/>
          </p:cNvPicPr>
          <p:nvPr userDrawn="1"/>
        </p:nvPicPr>
        <p:blipFill>
          <a:blip/>
          <a:stretch>
            <a:fillRect/>
          </a:stretch>
        </p:blipFill>
        <p:spPr>
          <a:xfrm>
            <a:off x="311340" y="6313916"/>
            <a:ext cx="1709282" cy="285276"/>
          </a:xfrm>
          <a:prstGeom prst="rect">
            <a:avLst/>
          </a:prstGeom>
          <a:ln w="12700">
            <a:miter lim="400000"/>
          </a:ln>
        </p:spPr>
      </p:pic>
    </p:spTree>
    <p:extLst>
      <p:ext uri="{BB962C8B-B14F-4D97-AF65-F5344CB8AC3E}">
        <p14:creationId xmlns:p14="http://schemas.microsoft.com/office/powerpoint/2010/main" val="1977890268"/>
      </p:ext>
    </p:extLst>
  </p:cSld>
  <p:clrMapOvr>
    <a:masterClrMapping/>
  </p:clrMapOvr>
  <p:transition spd="med"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Endpage 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38906618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5DC2691-8093-7A47-B4F6-31CC8D2C61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E842D6-2E2A-B6A9-9DCC-16848A307F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0CEB75-BCB8-FEF2-EA96-66B0CDC8481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F3A456D-061B-474D-8616-C6E35A40B8A4}" type="datetimeFigureOut">
              <a:rPr lang="en-DE" smtClean="0"/>
              <a:t>04.03.26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43BBF1-369D-D02D-A96E-0229FE73669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8763F3-EDE8-B384-510F-CE3AFB2A48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67F9183-1CAB-0041-AE5B-AA8C31313DB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2523326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  <p:sldLayoutId id="2147483675" r:id="rId27"/>
    <p:sldLayoutId id="2147483676" r:id="rId2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F30D00-6618-40C6-995E-D9AA68C5EE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22E5F19-500E-EC68-DB05-EDF17C673D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 vert="horz" lIns="45720" tIns="22860" rIns="45720" bIns="22860" rtlCol="0" anchor="t">
            <a:normAutofit/>
          </a:bodyPr>
          <a:lstStyle/>
          <a:p>
            <a:r>
              <a:rPr lang="en-GB" sz="3500" dirty="0"/>
              <a:t>NovaCred Credit Application Governance Analysis</a:t>
            </a:r>
          </a:p>
          <a:p>
            <a:endParaRPr lang="en-GB" sz="350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4C31CAF-4B63-8CBB-D400-EA9C4BA7650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GB" sz="1200" dirty="0"/>
              <a:t>Data engineer: Lenn Schneidewind - Data scientist: Fatima Zubair - Governance Officer: Eduarda Dionísio - Product Lead: Leon </a:t>
            </a:r>
            <a:r>
              <a:rPr lang="en-GB" sz="1200" dirty="0" err="1"/>
              <a:t>schmidt</a:t>
            </a:r>
            <a:endParaRPr lang="en-GB" sz="1200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11BDFE1-4B1E-2FE1-B3F6-92C358B8E5D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en-GB" dirty="0"/>
              <a:t>Group 14, DEGO 2606</a:t>
            </a:r>
          </a:p>
          <a:p>
            <a:endParaRPr lang="en-GB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3EE5895-AFE2-0ED3-C89C-0D558D2C919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 lnSpcReduction="10000"/>
          </a:bodyPr>
          <a:lstStyle/>
          <a:p>
            <a:r>
              <a:rPr lang="en-GB" dirty="0"/>
              <a:t>02.03.2026 </a:t>
            </a:r>
          </a:p>
        </p:txBody>
      </p:sp>
    </p:spTree>
    <p:extLst>
      <p:ext uri="{BB962C8B-B14F-4D97-AF65-F5344CB8AC3E}">
        <p14:creationId xmlns:p14="http://schemas.microsoft.com/office/powerpoint/2010/main" val="799805054"/>
      </p:ext>
    </p:extLst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9FAFDD-24AC-0F9C-9F74-4D38042171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77E6DB4-11BC-BBED-A7A7-AABC1383F04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 lnSpcReduction="10000"/>
          </a:bodyPr>
          <a:lstStyle/>
          <a:p>
            <a:r>
              <a:rPr lang="en-GB" b="1" dirty="0"/>
              <a:t>Data</a:t>
            </a:r>
            <a:r>
              <a:rPr lang="en-GB" dirty="0"/>
              <a:t> </a:t>
            </a:r>
            <a:r>
              <a:rPr lang="en-GB" b="1" dirty="0"/>
              <a:t>Quality</a:t>
            </a:r>
            <a:r>
              <a:rPr lang="en-GB" dirty="0"/>
              <a:t> </a:t>
            </a:r>
            <a:r>
              <a:rPr lang="en-GB" b="1" dirty="0"/>
              <a:t>Overview</a:t>
            </a:r>
            <a:endParaRPr lang="en-GB" dirty="0"/>
          </a:p>
          <a:p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9CE64D1-75B5-E309-3EFF-D49156F9CA0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1340" y="753673"/>
            <a:ext cx="10880916" cy="540306"/>
          </a:xfrm>
        </p:spPr>
        <p:txBody>
          <a:bodyPr/>
          <a:lstStyle/>
          <a:p>
            <a:r>
              <a:rPr lang="en-GB" sz="2700" dirty="0"/>
              <a:t>Ensuring Data Integrity: 98.6% Retention Post-Cleaning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0013DE67-157C-5593-F21A-32D7C4CD180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11340" y="1293979"/>
            <a:ext cx="11338531" cy="916482"/>
          </a:xfrm>
        </p:spPr>
        <p:txBody>
          <a:bodyPr>
            <a:noAutofit/>
          </a:bodyPr>
          <a:lstStyle/>
          <a:p>
            <a:r>
              <a:rPr lang="en-GB" sz="1800" dirty="0"/>
              <a:t> - Dataset: 502 credit applications  -&gt; Completeness, Consistency, Validity, Accuracy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1C2726AC-8524-B9BE-8A0F-CD9F599902B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8326775"/>
              </p:ext>
            </p:extLst>
          </p:nvPr>
        </p:nvGraphicFramePr>
        <p:xfrm>
          <a:off x="530605" y="1661502"/>
          <a:ext cx="10661649" cy="3534996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3553883">
                  <a:extLst>
                    <a:ext uri="{9D8B030D-6E8A-4147-A177-3AD203B41FA5}">
                      <a16:colId xmlns:a16="http://schemas.microsoft.com/office/drawing/2014/main" val="1763239169"/>
                    </a:ext>
                  </a:extLst>
                </a:gridCol>
                <a:gridCol w="3553883">
                  <a:extLst>
                    <a:ext uri="{9D8B030D-6E8A-4147-A177-3AD203B41FA5}">
                      <a16:colId xmlns:a16="http://schemas.microsoft.com/office/drawing/2014/main" val="4120327325"/>
                    </a:ext>
                  </a:extLst>
                </a:gridCol>
                <a:gridCol w="3553883">
                  <a:extLst>
                    <a:ext uri="{9D8B030D-6E8A-4147-A177-3AD203B41FA5}">
                      <a16:colId xmlns:a16="http://schemas.microsoft.com/office/drawing/2014/main" val="3798494412"/>
                    </a:ext>
                  </a:extLst>
                </a:gridCol>
              </a:tblGrid>
              <a:tr h="254022">
                <a:tc>
                  <a:txBody>
                    <a:bodyPr/>
                    <a:lstStyle/>
                    <a:p>
                      <a:pPr algn="ctr"/>
                      <a:r>
                        <a:rPr lang="en-DE" sz="1800" dirty="0"/>
                        <a:t>Dimension</a:t>
                      </a:r>
                      <a:endParaRPr lang="en-DE" sz="1800" dirty="0"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</a:txBody>
                  <a:tcPr marL="45720" marR="45720" marT="22860" marB="22860"/>
                </a:tc>
                <a:tc>
                  <a:txBody>
                    <a:bodyPr/>
                    <a:lstStyle/>
                    <a:p>
                      <a:pPr marL="0" marR="0" lvl="0" indent="0" algn="ctr" defTabSz="8255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800" b="0" u="none" strike="noStrike" cap="none" spc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FillTx/>
                          <a:sym typeface="Helvetica Neue Light"/>
                        </a:rPr>
                        <a:t>Key Issue</a:t>
                      </a:r>
                      <a:endParaRPr lang="en-GB" sz="1800" b="0" i="0" u="none" strike="noStrike" cap="none" spc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FillTx/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  <a:sym typeface="Helvetica Neue Light"/>
                      </a:endParaRPr>
                    </a:p>
                  </a:txBody>
                  <a:tcPr marL="45720" marR="45720" marT="22860" marB="22860"/>
                </a:tc>
                <a:tc>
                  <a:txBody>
                    <a:bodyPr/>
                    <a:lstStyle/>
                    <a:p>
                      <a:pPr marL="0" marR="0" lvl="0" indent="0" algn="ctr" defTabSz="8255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800" b="0" u="none" strike="noStrike" cap="none" spc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FillTx/>
                          <a:sym typeface="Helvetica Neue Light"/>
                        </a:rPr>
                        <a:t>Records Affected</a:t>
                      </a:r>
                      <a:endParaRPr lang="en-GB" sz="1800" b="0" i="0" u="none" strike="noStrike" cap="none" spc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FillTx/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  <a:sym typeface="Helvetica Neue Light"/>
                      </a:endParaRPr>
                    </a:p>
                  </a:txBody>
                  <a:tcPr marL="45720" marR="45720" marT="22860" marB="22860"/>
                </a:tc>
                <a:extLst>
                  <a:ext uri="{0D108BD9-81ED-4DB2-BD59-A6C34878D82A}">
                    <a16:rowId xmlns:a16="http://schemas.microsoft.com/office/drawing/2014/main" val="405591632"/>
                  </a:ext>
                </a:extLst>
              </a:tr>
              <a:tr h="471756">
                <a:tc>
                  <a:txBody>
                    <a:bodyPr/>
                    <a:lstStyle/>
                    <a:p>
                      <a:pPr marL="0" marR="0" lvl="0" indent="0" algn="ctr" defTabSz="8255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800" b="0" u="none" strike="noStrike" cap="none" spc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FillTx/>
                          <a:sym typeface="Helvetica Neue Light"/>
                        </a:rPr>
                        <a:t>Completeness</a:t>
                      </a:r>
                      <a:endParaRPr lang="en-GB" sz="1800" b="0" i="0" u="none" strike="noStrike" cap="none" spc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FillTx/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  <a:sym typeface="Helvetica Neue Light"/>
                      </a:endParaRPr>
                    </a:p>
                  </a:txBody>
                  <a:tcPr marL="45720" marR="45720" marT="22860" marB="22860"/>
                </a:tc>
                <a:tc>
                  <a:txBody>
                    <a:bodyPr/>
                    <a:lstStyle/>
                    <a:p>
                      <a:pPr marL="0" marR="0" lvl="0" indent="0" algn="ctr" defTabSz="8255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800" b="0" u="none" strike="noStrike" cap="none" spc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FillTx/>
                          <a:sym typeface="Helvetica Neue Light"/>
                        </a:rPr>
                        <a:t>Missing critical fields (income, decision)</a:t>
                      </a:r>
                      <a:endParaRPr lang="en-GB" sz="1800" b="0" i="0" u="none" strike="noStrike" cap="none" spc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FillTx/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  <a:sym typeface="Helvetica Neue Light"/>
                      </a:endParaRPr>
                    </a:p>
                  </a:txBody>
                  <a:tcPr marL="45720" marR="45720" marT="22860" marB="22860"/>
                </a:tc>
                <a:tc>
                  <a:txBody>
                    <a:bodyPr/>
                    <a:lstStyle/>
                    <a:p>
                      <a:pPr marL="0" marR="0" lvl="0" indent="0" algn="ctr" defTabSz="8255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DE" sz="1800" b="0" u="none" strike="noStrike" cap="none" spc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FillTx/>
                          <a:sym typeface="Helvetica Neue Light"/>
                        </a:rPr>
                        <a:t>5 (1.0%)</a:t>
                      </a:r>
                      <a:endParaRPr lang="en-DE" sz="1800" b="0" i="0" u="none" strike="noStrike" cap="none" spc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FillTx/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  <a:sym typeface="Helvetica Neue Light"/>
                      </a:endParaRPr>
                    </a:p>
                  </a:txBody>
                  <a:tcPr marL="45720" marR="45720" marT="22860" marB="22860"/>
                </a:tc>
                <a:extLst>
                  <a:ext uri="{0D108BD9-81ED-4DB2-BD59-A6C34878D82A}">
                    <a16:rowId xmlns:a16="http://schemas.microsoft.com/office/drawing/2014/main" val="1693035258"/>
                  </a:ext>
                </a:extLst>
              </a:tr>
              <a:tr h="471756">
                <a:tc>
                  <a:txBody>
                    <a:bodyPr/>
                    <a:lstStyle/>
                    <a:p>
                      <a:pPr marL="0" marR="0" lvl="0" indent="0" algn="ctr" defTabSz="8255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800" b="0" u="none" strike="noStrike" cap="none" spc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FillTx/>
                          <a:sym typeface="Helvetica Neue Light"/>
                        </a:rPr>
                        <a:t>Consistency</a:t>
                      </a:r>
                      <a:endParaRPr lang="en-GB" sz="1800" b="0" i="0" u="none" strike="noStrike" cap="none" spc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FillTx/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  <a:sym typeface="Helvetica Neue Light"/>
                      </a:endParaRPr>
                    </a:p>
                  </a:txBody>
                  <a:tcPr marL="45720" marR="45720" marT="22860" marB="22860"/>
                </a:tc>
                <a:tc>
                  <a:txBody>
                    <a:bodyPr/>
                    <a:lstStyle/>
                    <a:p>
                      <a:pPr marL="0" marR="0" lvl="0" indent="0" algn="ctr" defTabSz="8255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800" b="0" u="none" strike="noStrike" cap="none" spc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FillTx/>
                          <a:sym typeface="Helvetica Neue Light"/>
                        </a:rPr>
                        <a:t>Gender coded 4 ways (Male, Female, M, F)</a:t>
                      </a:r>
                      <a:endParaRPr lang="en-GB" sz="1800" b="0" i="0" u="none" strike="noStrike" cap="none" spc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FillTx/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  <a:sym typeface="Helvetica Neue Light"/>
                      </a:endParaRPr>
                    </a:p>
                  </a:txBody>
                  <a:tcPr marL="45720" marR="45720" marT="22860" marB="22860"/>
                </a:tc>
                <a:tc>
                  <a:txBody>
                    <a:bodyPr/>
                    <a:lstStyle/>
                    <a:p>
                      <a:pPr marL="0" marR="0" lvl="0" indent="0" algn="ctr" defTabSz="8255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800" b="0" u="none" strike="noStrike" cap="none" spc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FillTx/>
                          <a:sym typeface="Helvetica Neue Light"/>
                        </a:rPr>
                        <a:t>109 records remapped </a:t>
                      </a:r>
                      <a:endParaRPr lang="en-GB" sz="1800" b="0" i="0" u="none" strike="noStrike" cap="none" spc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FillTx/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  <a:sym typeface="Helvetica Neue Light"/>
                      </a:endParaRPr>
                    </a:p>
                  </a:txBody>
                  <a:tcPr marL="45720" marR="45720" marT="22860" marB="22860"/>
                </a:tc>
                <a:extLst>
                  <a:ext uri="{0D108BD9-81ED-4DB2-BD59-A6C34878D82A}">
                    <a16:rowId xmlns:a16="http://schemas.microsoft.com/office/drawing/2014/main" val="2126833249"/>
                  </a:ext>
                </a:extLst>
              </a:tr>
              <a:tr h="471756">
                <a:tc>
                  <a:txBody>
                    <a:bodyPr/>
                    <a:lstStyle/>
                    <a:p>
                      <a:pPr marL="0" marR="0" lvl="0" indent="0" algn="ctr" defTabSz="8255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800" b="0" u="none" strike="noStrike" cap="none" spc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FillTx/>
                          <a:sym typeface="Helvetica Neue Light"/>
                        </a:rPr>
                        <a:t>Consistency</a:t>
                      </a:r>
                      <a:endParaRPr lang="en-GB" sz="1800" b="0" i="0" u="none" strike="noStrike" cap="none" spc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FillTx/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  <a:sym typeface="Helvetica Neue Light"/>
                      </a:endParaRPr>
                    </a:p>
                  </a:txBody>
                  <a:tcPr marL="45720" marR="45720" marT="22860" marB="22860"/>
                </a:tc>
                <a:tc>
                  <a:txBody>
                    <a:bodyPr/>
                    <a:lstStyle/>
                    <a:p>
                      <a:pPr marL="0" marR="0" lvl="0" indent="0" algn="ctr" defTabSz="8255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800" b="0" u="none" strike="noStrike" cap="none" spc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FillTx/>
                          <a:sym typeface="Helvetica Neue Light"/>
                        </a:rPr>
                        <a:t>annual_income</a:t>
                      </a:r>
                      <a:r>
                        <a:rPr lang="en-GB" sz="1800" b="0" u="none" strike="noStrike" cap="none" spc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FillTx/>
                          <a:sym typeface="Helvetica Neue Light"/>
                        </a:rPr>
                        <a:t> stored as string   </a:t>
                      </a:r>
                      <a:endParaRPr lang="en-GB" sz="1800" b="0" i="0" u="none" strike="noStrike" cap="none" spc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FillTx/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  <a:sym typeface="Helvetica Neue Light"/>
                      </a:endParaRPr>
                    </a:p>
                  </a:txBody>
                  <a:tcPr marL="45720" marR="45720" marT="22860" marB="22860"/>
                </a:tc>
                <a:tc>
                  <a:txBody>
                    <a:bodyPr/>
                    <a:lstStyle/>
                    <a:p>
                      <a:pPr marL="0" marR="0" lvl="0" indent="0" algn="ctr" defTabSz="8255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800" b="0" u="none" strike="noStrike" cap="none" spc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FillTx/>
                          <a:sym typeface="Helvetica Neue Light"/>
                        </a:rPr>
                        <a:t>497 records converted</a:t>
                      </a:r>
                      <a:endParaRPr lang="en-GB" sz="1800" b="0" i="0" u="none" strike="noStrike" cap="none" spc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FillTx/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  <a:sym typeface="Helvetica Neue Light"/>
                      </a:endParaRPr>
                    </a:p>
                  </a:txBody>
                  <a:tcPr marL="45720" marR="45720" marT="22860" marB="22860"/>
                </a:tc>
                <a:extLst>
                  <a:ext uri="{0D108BD9-81ED-4DB2-BD59-A6C34878D82A}">
                    <a16:rowId xmlns:a16="http://schemas.microsoft.com/office/drawing/2014/main" val="3631687867"/>
                  </a:ext>
                </a:extLst>
              </a:tr>
              <a:tr h="471756">
                <a:tc>
                  <a:txBody>
                    <a:bodyPr/>
                    <a:lstStyle/>
                    <a:p>
                      <a:pPr marL="0" marR="0" lvl="0" indent="0" algn="ctr" defTabSz="8255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800" b="0" u="none" strike="noStrike" cap="none" spc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FillTx/>
                          <a:sym typeface="Helvetica Neue Light"/>
                        </a:rPr>
                        <a:t>Consistency</a:t>
                      </a:r>
                      <a:endParaRPr lang="en-GB" sz="1800" b="0" i="0" u="none" strike="noStrike" cap="none" spc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FillTx/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  <a:sym typeface="Helvetica Neue Light"/>
                      </a:endParaRPr>
                    </a:p>
                  </a:txBody>
                  <a:tcPr marL="45720" marR="45720" marT="22860" marB="22860"/>
                </a:tc>
                <a:tc>
                  <a:txBody>
                    <a:bodyPr/>
                    <a:lstStyle/>
                    <a:p>
                      <a:pPr marL="0" marR="0" lvl="0" indent="0" algn="ctr" defTabSz="8255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800" b="0" u="none" strike="noStrike" cap="none" spc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FillTx/>
                          <a:sym typeface="Helvetica Neue Light"/>
                        </a:rPr>
                        <a:t> Inconsistent date formats parsed into uniform datetime</a:t>
                      </a:r>
                      <a:endParaRPr lang="en-GB" sz="1800" b="0" i="0" u="none" strike="noStrike" cap="none" spc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FillTx/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  <a:sym typeface="Helvetica Neue Light"/>
                      </a:endParaRPr>
                    </a:p>
                  </a:txBody>
                  <a:tcPr marL="45720" marR="45720" marT="22860" marB="22860"/>
                </a:tc>
                <a:tc>
                  <a:txBody>
                    <a:bodyPr/>
                    <a:lstStyle/>
                    <a:p>
                      <a:pPr marL="0" marR="0" lvl="0" indent="0" algn="ctr" defTabSz="8255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800" b="0" u="none" strike="noStrike" cap="none" spc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FillTx/>
                          <a:sym typeface="Helvetica Neue Light"/>
                        </a:rPr>
                        <a:t>All 497 fields standardized – 0 conversion failures</a:t>
                      </a:r>
                      <a:endParaRPr lang="en-GB" sz="1800" b="0" i="0" u="none" strike="noStrike" cap="none" spc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FillTx/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  <a:sym typeface="Helvetica Neue Light"/>
                      </a:endParaRPr>
                    </a:p>
                  </a:txBody>
                  <a:tcPr marL="45720" marR="45720" marT="22860" marB="22860"/>
                </a:tc>
                <a:extLst>
                  <a:ext uri="{0D108BD9-81ED-4DB2-BD59-A6C34878D82A}">
                    <a16:rowId xmlns:a16="http://schemas.microsoft.com/office/drawing/2014/main" val="1010635402"/>
                  </a:ext>
                </a:extLst>
              </a:tr>
              <a:tr h="254022">
                <a:tc>
                  <a:txBody>
                    <a:bodyPr/>
                    <a:lstStyle/>
                    <a:p>
                      <a:pPr marL="0" marR="0" lvl="0" indent="0" algn="ctr" defTabSz="8255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800" b="0" u="none" strike="noStrike" cap="none" spc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FillTx/>
                          <a:sym typeface="Helvetica Neue Light"/>
                        </a:rPr>
                        <a:t>Validity</a:t>
                      </a:r>
                      <a:endParaRPr lang="en-GB" sz="1800" b="0" i="0" u="none" strike="noStrike" cap="none" spc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FillTx/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  <a:sym typeface="Helvetica Neue Light"/>
                      </a:endParaRPr>
                    </a:p>
                  </a:txBody>
                  <a:tcPr marL="45720" marR="45720" marT="22860" marB="22860"/>
                </a:tc>
                <a:tc>
                  <a:txBody>
                    <a:bodyPr/>
                    <a:lstStyle/>
                    <a:p>
                      <a:pPr marL="0" marR="0" lvl="0" indent="0" algn="ctr" defTabSz="8255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800" b="0" u="none" strike="noStrike" cap="none" spc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FillTx/>
                          <a:sym typeface="Helvetica Neue Light"/>
                        </a:rPr>
                        <a:t>Negative credit history months </a:t>
                      </a:r>
                      <a:endParaRPr lang="en-GB" sz="1800" b="0" i="0" u="none" strike="noStrike" cap="none" spc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FillTx/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  <a:sym typeface="Helvetica Neue Light"/>
                      </a:endParaRPr>
                    </a:p>
                  </a:txBody>
                  <a:tcPr marL="45720" marR="45720" marT="22860" marB="22860"/>
                </a:tc>
                <a:tc>
                  <a:txBody>
                    <a:bodyPr/>
                    <a:lstStyle/>
                    <a:p>
                      <a:pPr marL="0" marR="0" lvl="0" indent="0" algn="ctr" defTabSz="8255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DE" sz="1800" b="0" u="none" strike="noStrike" cap="none" spc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FillTx/>
                          <a:sym typeface="Helvetica Neue Light"/>
                        </a:rPr>
                        <a:t>2 (0.4%) </a:t>
                      </a:r>
                      <a:endParaRPr lang="en-DE" sz="1800" b="0" i="0" u="none" strike="noStrike" cap="none" spc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FillTx/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  <a:sym typeface="Helvetica Neue Light"/>
                      </a:endParaRPr>
                    </a:p>
                  </a:txBody>
                  <a:tcPr marL="45720" marR="45720" marT="22860" marB="22860"/>
                </a:tc>
                <a:extLst>
                  <a:ext uri="{0D108BD9-81ED-4DB2-BD59-A6C34878D82A}">
                    <a16:rowId xmlns:a16="http://schemas.microsoft.com/office/drawing/2014/main" val="3033142342"/>
                  </a:ext>
                </a:extLst>
              </a:tr>
              <a:tr h="254022">
                <a:tc>
                  <a:txBody>
                    <a:bodyPr/>
                    <a:lstStyle/>
                    <a:p>
                      <a:pPr marL="0" marR="0" lvl="0" indent="0" algn="ctr" defTabSz="8255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800" b="0" u="none" strike="noStrike" cap="none" spc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FillTx/>
                          <a:sym typeface="Helvetica Neue Light"/>
                        </a:rPr>
                        <a:t>Validity</a:t>
                      </a:r>
                      <a:endParaRPr lang="en-GB" sz="1800" b="0" i="0" u="none" strike="noStrike" cap="none" spc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FillTx/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  <a:sym typeface="Helvetica Neue Light"/>
                      </a:endParaRPr>
                    </a:p>
                  </a:txBody>
                  <a:tcPr marL="45720" marR="45720" marT="22860" marB="22860"/>
                </a:tc>
                <a:tc>
                  <a:txBody>
                    <a:bodyPr/>
                    <a:lstStyle/>
                    <a:p>
                      <a:pPr marL="0" marR="0" lvl="0" indent="0" algn="ctr" defTabSz="8255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800" b="0" u="none" strike="noStrike" cap="none" spc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FillTx/>
                          <a:sym typeface="Helvetica Neue Light"/>
                        </a:rPr>
                        <a:t>Invalid emails</a:t>
                      </a:r>
                      <a:endParaRPr lang="en-GB" sz="1800" b="0" i="0" u="none" strike="noStrike" cap="none" spc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FillTx/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  <a:sym typeface="Helvetica Neue Light"/>
                      </a:endParaRPr>
                    </a:p>
                  </a:txBody>
                  <a:tcPr marL="45720" marR="45720" marT="22860" marB="22860"/>
                </a:tc>
                <a:tc>
                  <a:txBody>
                    <a:bodyPr/>
                    <a:lstStyle/>
                    <a:p>
                      <a:pPr marL="0" marR="0" lvl="0" indent="0" algn="ctr" defTabSz="8255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DE" sz="1800" b="0" u="none" strike="noStrike" cap="none" spc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FillTx/>
                          <a:sym typeface="Helvetica Neue Light"/>
                        </a:rPr>
                        <a:t>4 (0.8%) </a:t>
                      </a:r>
                      <a:endParaRPr lang="en-DE" sz="1800" b="0" i="0" u="none" strike="noStrike" cap="none" spc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FillTx/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  <a:sym typeface="Helvetica Neue Light"/>
                      </a:endParaRPr>
                    </a:p>
                  </a:txBody>
                  <a:tcPr marL="45720" marR="45720" marT="22860" marB="22860"/>
                </a:tc>
                <a:extLst>
                  <a:ext uri="{0D108BD9-81ED-4DB2-BD59-A6C34878D82A}">
                    <a16:rowId xmlns:a16="http://schemas.microsoft.com/office/drawing/2014/main" val="2340471619"/>
                  </a:ext>
                </a:extLst>
              </a:tr>
              <a:tr h="254022">
                <a:tc>
                  <a:txBody>
                    <a:bodyPr/>
                    <a:lstStyle/>
                    <a:p>
                      <a:pPr marL="0" marR="0" lvl="0" indent="0" algn="ctr" defTabSz="8255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800" b="0" u="none" strike="noStrike" cap="none" spc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FillTx/>
                          <a:sym typeface="Helvetica Neue Light"/>
                        </a:rPr>
                        <a:t>Accuracy</a:t>
                      </a:r>
                      <a:endParaRPr lang="en-GB" sz="1800" b="0" i="0" u="none" strike="noStrike" cap="none" spc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FillTx/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  <a:sym typeface="Helvetica Neue Light"/>
                      </a:endParaRPr>
                    </a:p>
                  </a:txBody>
                  <a:tcPr marL="45720" marR="45720" marT="22860" marB="22860"/>
                </a:tc>
                <a:tc>
                  <a:txBody>
                    <a:bodyPr/>
                    <a:lstStyle/>
                    <a:p>
                      <a:pPr marL="0" marR="0" lvl="0" indent="0" algn="ctr" defTabSz="8255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800" b="0" u="none" strike="noStrike" cap="none" spc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FillTx/>
                          <a:sym typeface="Helvetica Neue Light"/>
                        </a:rPr>
                        <a:t>Duplicate application IDs  </a:t>
                      </a:r>
                      <a:endParaRPr lang="en-GB" sz="1800" b="0" i="0" u="none" strike="noStrike" cap="none" spc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FillTx/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  <a:sym typeface="Helvetica Neue Light"/>
                      </a:endParaRPr>
                    </a:p>
                  </a:txBody>
                  <a:tcPr marL="45720" marR="45720" marT="22860" marB="22860"/>
                </a:tc>
                <a:tc>
                  <a:txBody>
                    <a:bodyPr/>
                    <a:lstStyle/>
                    <a:p>
                      <a:pPr marL="0" marR="0" lvl="0" indent="0" algn="ctr" defTabSz="8255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DE" sz="1800" b="0" u="none" strike="noStrike" cap="none" spc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FillTx/>
                          <a:sym typeface="Helvetica Neue Light"/>
                        </a:rPr>
                        <a:t>2 (0.4%) </a:t>
                      </a:r>
                      <a:endParaRPr lang="en-DE" sz="1800" b="0" i="0" u="none" strike="noStrike" cap="none" spc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FillTx/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  <a:sym typeface="Helvetica Neue Light"/>
                      </a:endParaRPr>
                    </a:p>
                  </a:txBody>
                  <a:tcPr marL="45720" marR="45720" marT="22860" marB="22860"/>
                </a:tc>
                <a:extLst>
                  <a:ext uri="{0D108BD9-81ED-4DB2-BD59-A6C34878D82A}">
                    <a16:rowId xmlns:a16="http://schemas.microsoft.com/office/drawing/2014/main" val="689032203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632BB60B-B197-90FC-9EEE-32CE45BCCC13}"/>
              </a:ext>
            </a:extLst>
          </p:cNvPr>
          <p:cNvSpPr txBox="1"/>
          <p:nvPr/>
        </p:nvSpPr>
        <p:spPr>
          <a:xfrm>
            <a:off x="530606" y="5376751"/>
            <a:ext cx="10661649" cy="32829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25400" tIns="25400" rIns="25400" bIns="25400" numCol="1" spcCol="38100" rtlCol="0" anchor="ctr">
            <a:spAutoFit/>
          </a:bodyPr>
          <a:lstStyle/>
          <a:p>
            <a:pPr algn="ctr"/>
            <a:r>
              <a:rPr lang="en-GB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Ready for Analysis: 495 records (98.6% retention)</a:t>
            </a:r>
          </a:p>
        </p:txBody>
      </p:sp>
    </p:spTree>
    <p:extLst>
      <p:ext uri="{BB962C8B-B14F-4D97-AF65-F5344CB8AC3E}">
        <p14:creationId xmlns:p14="http://schemas.microsoft.com/office/powerpoint/2010/main" val="3317303735"/>
      </p:ext>
    </p:extLst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E007D8-FE79-0452-66A9-9511A8957C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63E817A-64D5-F62E-CDE3-C1EC6E0B86C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 lnSpcReduction="10000"/>
          </a:bodyPr>
          <a:lstStyle/>
          <a:p>
            <a:r>
              <a:rPr lang="en-GB" b="1" dirty="0"/>
              <a:t>Data</a:t>
            </a:r>
            <a:r>
              <a:rPr lang="en-GB" dirty="0"/>
              <a:t> </a:t>
            </a:r>
            <a:r>
              <a:rPr lang="en-GB" b="1" dirty="0"/>
              <a:t>Quality</a:t>
            </a:r>
            <a:r>
              <a:rPr lang="en-GB" dirty="0"/>
              <a:t> </a:t>
            </a:r>
            <a:r>
              <a:rPr lang="en-GB" b="1" dirty="0"/>
              <a:t>Overview</a:t>
            </a:r>
            <a:endParaRPr lang="en-GB" dirty="0"/>
          </a:p>
          <a:p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C64814-A322-EE13-A7A0-F4D8DF14EFF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1340" y="753673"/>
            <a:ext cx="10880916" cy="540306"/>
          </a:xfrm>
        </p:spPr>
        <p:txBody>
          <a:bodyPr/>
          <a:lstStyle/>
          <a:p>
            <a:r>
              <a:rPr lang="en-GB" sz="2700" dirty="0"/>
              <a:t>Ensuring Data Integrity: 98.6% Retention Post-Cleaning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70EDC85-959E-AD43-87D2-45237AA9AC3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11340" y="1293979"/>
            <a:ext cx="11338531" cy="3661080"/>
          </a:xfrm>
        </p:spPr>
        <p:txBody>
          <a:bodyPr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800" dirty="0"/>
              <a:t>Highlight two layers of findings:</a:t>
            </a:r>
          </a:p>
          <a:p>
            <a:pPr marL="971550" lvl="1" indent="-285750"/>
            <a:r>
              <a:rPr lang="en-GB" sz="18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Record-level</a:t>
            </a:r>
            <a:r>
              <a:rPr lang="en-GB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8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issues</a:t>
            </a:r>
            <a:r>
              <a:rPr lang="en-GB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(5 records missing critical fields, 2 duplicates) — small but impactful for decision integrity</a:t>
            </a:r>
          </a:p>
          <a:p>
            <a:pPr marL="971550" lvl="1" indent="-285750"/>
            <a:r>
              <a:rPr lang="en-GB" sz="18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Schema-level</a:t>
            </a:r>
            <a:r>
              <a:rPr lang="en-GB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8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issues</a:t>
            </a:r>
            <a:r>
              <a:rPr lang="en-GB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(annual_salary is 99% empty and appears to be a redundant duplicate of </a:t>
            </a:r>
            <a:r>
              <a:rPr lang="en-GB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annual_income</a:t>
            </a:r>
            <a:r>
              <a:rPr lang="en-GB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; notes being 99.6% empty means virtually no human justification is documented for credit decisions — a governance red flag)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800" dirty="0"/>
              <a:t>Date format finding: raw DOB field had only 1 truly missing value, but contained multiple format variants — our multi-format parser resolved all of them with 0 failures. The bias notebook's simpler parser lost 32% of records, proving why proper date cleaning matters</a:t>
            </a:r>
          </a:p>
          <a:p>
            <a:endParaRPr lang="en-GB" sz="1800" dirty="0"/>
          </a:p>
        </p:txBody>
      </p:sp>
    </p:spTree>
    <p:extLst>
      <p:ext uri="{BB962C8B-B14F-4D97-AF65-F5344CB8AC3E}">
        <p14:creationId xmlns:p14="http://schemas.microsoft.com/office/powerpoint/2010/main" val="1631547886"/>
      </p:ext>
    </p:extLst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E764E2-9320-D82C-759A-E0040AF2E5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CAB78DB-6556-E9BA-840C-C6EFD5013F8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 lnSpcReduction="10000"/>
          </a:bodyPr>
          <a:lstStyle/>
          <a:p>
            <a:r>
              <a:rPr lang="en-GB" b="1" dirty="0"/>
              <a:t>Data</a:t>
            </a:r>
            <a:r>
              <a:rPr lang="en-GB" dirty="0"/>
              <a:t> </a:t>
            </a:r>
            <a:r>
              <a:rPr lang="en-GB" b="1" dirty="0"/>
              <a:t>Quality</a:t>
            </a:r>
            <a:r>
              <a:rPr lang="en-GB" dirty="0"/>
              <a:t> </a:t>
            </a:r>
            <a:r>
              <a:rPr lang="en-GB" b="1" dirty="0"/>
              <a:t>Overview</a:t>
            </a:r>
            <a:endParaRPr lang="en-GB" dirty="0"/>
          </a:p>
          <a:p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D0A83E1-DA33-CBF2-3345-2CD8B0FB503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1340" y="753673"/>
            <a:ext cx="10880916" cy="540306"/>
          </a:xfrm>
        </p:spPr>
        <p:txBody>
          <a:bodyPr/>
          <a:lstStyle/>
          <a:p>
            <a:r>
              <a:rPr lang="en-GB" sz="2700" dirty="0"/>
              <a:t>Ensuring Data Integrity: 98.6% Retention Post-Cleaning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A31444C7-44DC-0975-0A72-083EC7E4A5E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11340" y="1293979"/>
            <a:ext cx="11338531" cy="916482"/>
          </a:xfrm>
        </p:spPr>
        <p:txBody>
          <a:bodyPr>
            <a:noAutofit/>
          </a:bodyPr>
          <a:lstStyle/>
          <a:p>
            <a:r>
              <a:rPr lang="en-GB" sz="1800" b="1" dirty="0"/>
              <a:t>Content:</a:t>
            </a:r>
            <a:endParaRPr lang="en-GB" sz="1800" dirty="0"/>
          </a:p>
          <a:p>
            <a:r>
              <a:rPr lang="en-GB" sz="1800" dirty="0"/>
              <a:t>  - Show the </a:t>
            </a:r>
            <a:r>
              <a:rPr lang="en-GB" sz="1800" b="1" dirty="0"/>
              <a:t>approval</a:t>
            </a:r>
            <a:r>
              <a:rPr lang="en-GB" sz="1800" dirty="0"/>
              <a:t> </a:t>
            </a:r>
            <a:r>
              <a:rPr lang="en-GB" sz="1800" b="1" dirty="0"/>
              <a:t>rate</a:t>
            </a:r>
            <a:r>
              <a:rPr lang="en-GB" sz="1800" dirty="0"/>
              <a:t> </a:t>
            </a:r>
            <a:r>
              <a:rPr lang="en-GB" sz="1800" b="1" dirty="0"/>
              <a:t>bar</a:t>
            </a:r>
            <a:r>
              <a:rPr lang="en-GB" sz="1800" dirty="0"/>
              <a:t> </a:t>
            </a:r>
            <a:r>
              <a:rPr lang="en-GB" sz="1800" b="1" dirty="0"/>
              <a:t>chart</a:t>
            </a:r>
            <a:r>
              <a:rPr lang="en-GB" sz="1800" dirty="0"/>
              <a:t> with the four-fifths threshold line</a:t>
            </a:r>
          </a:p>
          <a:p>
            <a:r>
              <a:rPr lang="en-GB" sz="1800" dirty="0"/>
              <a:t>  - Key numbers:</a:t>
            </a:r>
          </a:p>
          <a:p>
            <a:r>
              <a:rPr lang="en-GB" sz="1800" dirty="0"/>
              <a:t>    - Male approval rate: </a:t>
            </a:r>
            <a:r>
              <a:rPr lang="en-GB" sz="1800" b="1" dirty="0"/>
              <a:t>65.7%</a:t>
            </a:r>
            <a:endParaRPr lang="en-GB" sz="1800" dirty="0"/>
          </a:p>
          <a:p>
            <a:r>
              <a:rPr lang="en-GB" sz="1800" dirty="0"/>
              <a:t>    - Female approval rate: </a:t>
            </a:r>
            <a:r>
              <a:rPr lang="en-GB" sz="1800" b="1" dirty="0"/>
              <a:t>50.6%</a:t>
            </a:r>
            <a:endParaRPr lang="en-GB" sz="1800" dirty="0"/>
          </a:p>
          <a:p>
            <a:r>
              <a:rPr lang="en-GB" sz="1800" dirty="0"/>
              <a:t>    - DI ratio: </a:t>
            </a:r>
            <a:r>
              <a:rPr lang="en-GB" sz="1800" b="1" dirty="0"/>
              <a:t>0.770</a:t>
            </a:r>
            <a:r>
              <a:rPr lang="en-GB" sz="1800" dirty="0"/>
              <a:t> (below 0.80 threshold)</a:t>
            </a:r>
          </a:p>
          <a:p>
            <a:r>
              <a:rPr lang="en-GB" sz="1800" dirty="0"/>
              <a:t>    - Demographic parity difference: </a:t>
            </a:r>
            <a:r>
              <a:rPr lang="en-GB" sz="1800" b="1" dirty="0"/>
              <a:t>-15.1</a:t>
            </a:r>
            <a:r>
              <a:rPr lang="en-GB" sz="1800" dirty="0"/>
              <a:t> </a:t>
            </a:r>
            <a:r>
              <a:rPr lang="en-GB" sz="1800" b="1" dirty="0"/>
              <a:t>pp</a:t>
            </a:r>
            <a:endParaRPr lang="en-GB" sz="1800" dirty="0"/>
          </a:p>
          <a:p>
            <a:r>
              <a:rPr lang="en-GB" sz="1800" dirty="0"/>
              <a:t>  - Chi-square: p = 0.0009 — statistically significant</a:t>
            </a:r>
          </a:p>
          <a:p>
            <a:r>
              <a:rPr lang="en-GB" sz="1800" dirty="0"/>
              <a:t>  - Among approved: females receive smaller loans (€46,669 vs €48,963)</a:t>
            </a:r>
          </a:p>
          <a:p>
            <a:br>
              <a:rPr lang="en-GB" sz="1800" dirty="0"/>
            </a:br>
            <a:endParaRPr lang="en-GB" sz="1800" dirty="0"/>
          </a:p>
          <a:p>
            <a:r>
              <a:rPr lang="en-GB" sz="1800" dirty="0"/>
              <a:t>  </a:t>
            </a:r>
            <a:r>
              <a:rPr lang="en-GB" sz="1800" b="1" dirty="0"/>
              <a:t>Cite:</a:t>
            </a:r>
            <a:r>
              <a:rPr lang="en-GB" sz="1800" dirty="0"/>
              <a:t> "The DI ratio of 0.77 is below the four-fifths rule threshold, and the chi-square test</a:t>
            </a:r>
          </a:p>
          <a:p>
            <a:r>
              <a:rPr lang="en-GB" sz="1800" dirty="0"/>
              <a:t>  confirms this with p = 0.0009 — this is not random variation"</a:t>
            </a:r>
          </a:p>
        </p:txBody>
      </p:sp>
    </p:spTree>
    <p:extLst>
      <p:ext uri="{BB962C8B-B14F-4D97-AF65-F5344CB8AC3E}">
        <p14:creationId xmlns:p14="http://schemas.microsoft.com/office/powerpoint/2010/main" val="2461472741"/>
      </p:ext>
    </p:extLst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1CA008-310F-209F-A2B3-4250D2F056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A7AE85D-9300-46FA-D9BA-5A2930F0346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 lnSpcReduction="10000"/>
          </a:bodyPr>
          <a:lstStyle/>
          <a:p>
            <a:r>
              <a:rPr lang="en-GB" b="1" dirty="0"/>
              <a:t>Data</a:t>
            </a:r>
            <a:r>
              <a:rPr lang="en-GB" dirty="0"/>
              <a:t> </a:t>
            </a:r>
            <a:r>
              <a:rPr lang="en-GB" b="1" dirty="0"/>
              <a:t>Quality</a:t>
            </a:r>
            <a:r>
              <a:rPr lang="en-GB" dirty="0"/>
              <a:t> </a:t>
            </a:r>
            <a:r>
              <a:rPr lang="en-GB" b="1" dirty="0"/>
              <a:t>Overview</a:t>
            </a:r>
            <a:endParaRPr lang="en-GB" dirty="0"/>
          </a:p>
          <a:p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A94B79-B487-12A4-E016-CA838A4E15A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1340" y="753673"/>
            <a:ext cx="10880916" cy="540306"/>
          </a:xfrm>
        </p:spPr>
        <p:txBody>
          <a:bodyPr/>
          <a:lstStyle/>
          <a:p>
            <a:r>
              <a:rPr lang="en-GB" sz="2700" dirty="0"/>
              <a:t>Ensuring Data Integrity: 98.6% Retention Post-Cleaning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7327E2B-0E6E-B55C-1FF3-333650ADBA4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11340" y="1293979"/>
            <a:ext cx="11338531" cy="916482"/>
          </a:xfrm>
        </p:spPr>
        <p:txBody>
          <a:bodyPr>
            <a:noAutofit/>
          </a:bodyPr>
          <a:lstStyle/>
          <a:p>
            <a:r>
              <a:rPr lang="en-GB" sz="1800" dirty="0"/>
              <a:t> </a:t>
            </a:r>
            <a:r>
              <a:rPr lang="en-GB" sz="1800" b="1" dirty="0"/>
              <a:t>Content:</a:t>
            </a:r>
            <a:endParaRPr lang="en-GB" sz="1800" dirty="0"/>
          </a:p>
          <a:p>
            <a:r>
              <a:rPr lang="en-GB" sz="1800" dirty="0"/>
              <a:t>  - Show the </a:t>
            </a:r>
            <a:r>
              <a:rPr lang="en-GB" sz="1800" b="1" dirty="0"/>
              <a:t>age</a:t>
            </a:r>
            <a:r>
              <a:rPr lang="en-GB" sz="1800" dirty="0"/>
              <a:t> </a:t>
            </a:r>
            <a:r>
              <a:rPr lang="en-GB" sz="1800" b="1" dirty="0"/>
              <a:t>approval</a:t>
            </a:r>
            <a:r>
              <a:rPr lang="en-GB" sz="1800" dirty="0"/>
              <a:t> </a:t>
            </a:r>
            <a:r>
              <a:rPr lang="en-GB" sz="1800" b="1" dirty="0"/>
              <a:t>rate</a:t>
            </a:r>
            <a:r>
              <a:rPr lang="en-GB" sz="1800" dirty="0"/>
              <a:t> </a:t>
            </a:r>
            <a:r>
              <a:rPr lang="en-GB" sz="1800" b="1" dirty="0"/>
              <a:t>bar</a:t>
            </a:r>
            <a:r>
              <a:rPr lang="en-GB" sz="1800" dirty="0"/>
              <a:t> </a:t>
            </a:r>
            <a:r>
              <a:rPr lang="en-GB" sz="1800" b="1" dirty="0"/>
              <a:t>chart</a:t>
            </a:r>
            <a:r>
              <a:rPr lang="en-GB" sz="1800" dirty="0"/>
              <a:t> with four-fifths line</a:t>
            </a:r>
          </a:p>
          <a:p>
            <a:r>
              <a:rPr lang="en-GB" sz="1800" dirty="0"/>
              <a:t>    - &lt;30: 39.7% | 30-50: 62.3% | 50+: 61.9%</a:t>
            </a:r>
          </a:p>
          <a:p>
            <a:r>
              <a:rPr lang="en-GB" sz="1800" dirty="0"/>
              <a:t>    - DI (&lt;30 vs 30-50): </a:t>
            </a:r>
            <a:r>
              <a:rPr lang="en-GB" sz="1800" b="1" dirty="0"/>
              <a:t>0.638</a:t>
            </a:r>
            <a:r>
              <a:rPr lang="en-GB" sz="1800" dirty="0"/>
              <a:t> — well below 0.80</a:t>
            </a:r>
          </a:p>
          <a:p>
            <a:r>
              <a:rPr lang="en-GB" sz="1800" dirty="0"/>
              <a:t>  - Show the </a:t>
            </a:r>
            <a:r>
              <a:rPr lang="en-GB" sz="1800" b="1" dirty="0"/>
              <a:t>age</a:t>
            </a:r>
            <a:r>
              <a:rPr lang="en-GB" sz="1800" dirty="0"/>
              <a:t> </a:t>
            </a:r>
            <a:r>
              <a:rPr lang="en-GB" sz="1800" b="1" dirty="0"/>
              <a:t>x</a:t>
            </a:r>
            <a:r>
              <a:rPr lang="en-GB" sz="1800" dirty="0"/>
              <a:t> </a:t>
            </a:r>
            <a:r>
              <a:rPr lang="en-GB" sz="1800" b="1" dirty="0"/>
              <a:t>gender</a:t>
            </a:r>
            <a:r>
              <a:rPr lang="en-GB" sz="1800" dirty="0"/>
              <a:t> </a:t>
            </a:r>
            <a:r>
              <a:rPr lang="en-GB" sz="1800" b="1" dirty="0"/>
              <a:t>interaction</a:t>
            </a:r>
            <a:r>
              <a:rPr lang="en-GB" sz="1800" dirty="0"/>
              <a:t> </a:t>
            </a:r>
            <a:r>
              <a:rPr lang="en-GB" sz="1800" b="1" dirty="0"/>
              <a:t>bar</a:t>
            </a:r>
            <a:r>
              <a:rPr lang="en-GB" sz="1800" dirty="0"/>
              <a:t> </a:t>
            </a:r>
            <a:r>
              <a:rPr lang="en-GB" sz="1800" b="1" dirty="0"/>
              <a:t>chart</a:t>
            </a:r>
            <a:endParaRPr lang="en-GB" sz="1800" dirty="0"/>
          </a:p>
          <a:p>
            <a:r>
              <a:rPr lang="en-GB" sz="1800" dirty="0"/>
              <a:t>    - Young females: </a:t>
            </a:r>
            <a:r>
              <a:rPr lang="en-GB" sz="1800" b="1" dirty="0"/>
              <a:t>33.3%</a:t>
            </a:r>
            <a:r>
              <a:rPr lang="en-GB" sz="1800" dirty="0"/>
              <a:t> — worst subgroup in the dataset</a:t>
            </a:r>
          </a:p>
          <a:p>
            <a:r>
              <a:rPr lang="en-GB" sz="1800" dirty="0"/>
              <a:t>    - Young males: 48.5% | Mid females: 58.1% | Mid males: 66.0%</a:t>
            </a:r>
          </a:p>
          <a:p>
            <a:r>
              <a:rPr lang="en-GB" sz="1800" dirty="0"/>
              <a:t>  - Chi-square for age: p = 0.0020</a:t>
            </a:r>
          </a:p>
          <a:p>
            <a:br>
              <a:rPr lang="en-GB" sz="1800" dirty="0"/>
            </a:br>
            <a:endParaRPr lang="en-GB" sz="1800" dirty="0"/>
          </a:p>
          <a:p>
            <a:r>
              <a:rPr lang="en-GB" sz="1800" dirty="0"/>
              <a:t>  </a:t>
            </a:r>
            <a:r>
              <a:rPr lang="en-GB" sz="1800" b="1" dirty="0"/>
              <a:t>Cite:</a:t>
            </a:r>
            <a:r>
              <a:rPr lang="en-GB" sz="1800" dirty="0"/>
              <a:t> "Young female applicants face a double disadvantage at just 33.3% approval — the gender and</a:t>
            </a:r>
          </a:p>
          <a:p>
            <a:r>
              <a:rPr lang="en-GB" sz="1800" dirty="0"/>
              <a:t>   age penalties compound"</a:t>
            </a:r>
          </a:p>
        </p:txBody>
      </p:sp>
    </p:spTree>
    <p:extLst>
      <p:ext uri="{BB962C8B-B14F-4D97-AF65-F5344CB8AC3E}">
        <p14:creationId xmlns:p14="http://schemas.microsoft.com/office/powerpoint/2010/main" val="262787996"/>
      </p:ext>
    </p:extLst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EC693D-E8D2-1ECE-5AB8-1A6C043077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C946466-898F-16D9-512A-C29999B90D4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 lnSpcReduction="10000"/>
          </a:bodyPr>
          <a:lstStyle/>
          <a:p>
            <a:r>
              <a:rPr lang="en-GB" b="1" dirty="0"/>
              <a:t>Data</a:t>
            </a:r>
            <a:r>
              <a:rPr lang="en-GB" dirty="0"/>
              <a:t> </a:t>
            </a:r>
            <a:r>
              <a:rPr lang="en-GB" b="1" dirty="0"/>
              <a:t>Quality</a:t>
            </a:r>
            <a:r>
              <a:rPr lang="en-GB" dirty="0"/>
              <a:t> </a:t>
            </a:r>
            <a:r>
              <a:rPr lang="en-GB" b="1" dirty="0"/>
              <a:t>Overview</a:t>
            </a:r>
            <a:endParaRPr lang="en-GB" dirty="0"/>
          </a:p>
          <a:p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60D2A4-BD4E-D656-D5BD-0EC864573DD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1340" y="753673"/>
            <a:ext cx="10880916" cy="540306"/>
          </a:xfrm>
        </p:spPr>
        <p:txBody>
          <a:bodyPr/>
          <a:lstStyle/>
          <a:p>
            <a:r>
              <a:rPr lang="en-GB" sz="2700" dirty="0"/>
              <a:t>Ensuring Data Integrity: 98.6% Retention Post-Cleaning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AFABFF7-5FD3-D8CD-4D28-709288D09CF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11340" y="1293979"/>
            <a:ext cx="11338531" cy="916482"/>
          </a:xfrm>
        </p:spPr>
        <p:txBody>
          <a:bodyPr>
            <a:noAutofit/>
          </a:bodyPr>
          <a:lstStyle/>
          <a:p>
            <a:r>
              <a:rPr lang="en-GB" sz="1800" b="1" dirty="0"/>
              <a:t>Content:</a:t>
            </a:r>
            <a:endParaRPr lang="en-GB" sz="1800" dirty="0"/>
          </a:p>
          <a:p>
            <a:r>
              <a:rPr lang="en-GB" sz="1800" dirty="0"/>
              <a:t>  - Show the </a:t>
            </a:r>
            <a:r>
              <a:rPr lang="en-GB" sz="1800" b="1" dirty="0"/>
              <a:t>Cramer's</a:t>
            </a:r>
            <a:r>
              <a:rPr lang="en-GB" sz="1800" dirty="0"/>
              <a:t> </a:t>
            </a:r>
            <a:r>
              <a:rPr lang="en-GB" sz="1800" b="1" dirty="0"/>
              <a:t>V</a:t>
            </a:r>
            <a:r>
              <a:rPr lang="en-GB" sz="1800" dirty="0"/>
              <a:t> </a:t>
            </a:r>
            <a:r>
              <a:rPr lang="en-GB" sz="1800" b="1" dirty="0"/>
              <a:t>heatmap</a:t>
            </a:r>
            <a:endParaRPr lang="en-GB" sz="1800" dirty="0"/>
          </a:p>
          <a:p>
            <a:r>
              <a:rPr lang="en-GB" sz="1800" dirty="0"/>
              <a:t>  - ZIP code vs Gender: Cramer's V = </a:t>
            </a:r>
            <a:r>
              <a:rPr lang="en-GB" sz="1800" b="1" dirty="0"/>
              <a:t>0.6327</a:t>
            </a:r>
            <a:endParaRPr lang="en-GB" sz="1800" dirty="0"/>
          </a:p>
          <a:p>
            <a:r>
              <a:rPr lang="en-GB" sz="1800" dirty="0"/>
              <a:t>  - ZIP codes in the dataset are effectively single-gender — knowing ZIP reveals gender</a:t>
            </a:r>
          </a:p>
          <a:p>
            <a:r>
              <a:rPr lang="en-GB" sz="1800" dirty="0"/>
              <a:t>  - Implication: removing gender from the model doesn't eliminate discrimination if ZIP remains</a:t>
            </a:r>
          </a:p>
          <a:p>
            <a:br>
              <a:rPr lang="en-GB" sz="1800" dirty="0"/>
            </a:br>
            <a:endParaRPr lang="en-GB" sz="1800" dirty="0"/>
          </a:p>
          <a:p>
            <a:r>
              <a:rPr lang="en-GB" sz="1800" dirty="0"/>
              <a:t>  </a:t>
            </a:r>
            <a:r>
              <a:rPr lang="en-GB" sz="1800" b="1" dirty="0"/>
              <a:t>Cite:</a:t>
            </a:r>
            <a:r>
              <a:rPr lang="en-GB" sz="1800" dirty="0"/>
              <a:t> "Cramer's V of 0.63 means ZIP code is a strong proxy for gender — removing gender alone</a:t>
            </a:r>
          </a:p>
          <a:p>
            <a:r>
              <a:rPr lang="en-GB" sz="1800" dirty="0"/>
              <a:t>  wouldn't fix the bias"</a:t>
            </a:r>
          </a:p>
        </p:txBody>
      </p:sp>
    </p:spTree>
    <p:extLst>
      <p:ext uri="{BB962C8B-B14F-4D97-AF65-F5344CB8AC3E}">
        <p14:creationId xmlns:p14="http://schemas.microsoft.com/office/powerpoint/2010/main" val="3154236947"/>
      </p:ext>
    </p:extLst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D2E8A3-3793-D16F-277F-11BE409FE3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BCC2670-DC67-165D-F9C5-10CFC895990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 lnSpcReduction="10000"/>
          </a:bodyPr>
          <a:lstStyle/>
          <a:p>
            <a:r>
              <a:rPr lang="en-GB" b="1" dirty="0"/>
              <a:t>Data</a:t>
            </a:r>
            <a:r>
              <a:rPr lang="en-GB" dirty="0"/>
              <a:t> </a:t>
            </a:r>
            <a:r>
              <a:rPr lang="en-GB" b="1" dirty="0"/>
              <a:t>Quality</a:t>
            </a:r>
            <a:r>
              <a:rPr lang="en-GB" dirty="0"/>
              <a:t> </a:t>
            </a:r>
            <a:r>
              <a:rPr lang="en-GB" b="1" dirty="0"/>
              <a:t>Overview</a:t>
            </a:r>
            <a:endParaRPr lang="en-GB" dirty="0"/>
          </a:p>
          <a:p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D2D4874-222D-ECA6-5759-40747300D01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1340" y="753673"/>
            <a:ext cx="10880916" cy="540306"/>
          </a:xfrm>
        </p:spPr>
        <p:txBody>
          <a:bodyPr/>
          <a:lstStyle/>
          <a:p>
            <a:r>
              <a:rPr lang="en-GB" sz="2700" dirty="0"/>
              <a:t>Ensuring Data Integrity: 98.6% Retention Post-Cleaning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4720B91F-049F-A86F-10AB-7097C95BD3E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11340" y="1293979"/>
            <a:ext cx="11338531" cy="916482"/>
          </a:xfrm>
        </p:spPr>
        <p:txBody>
          <a:bodyPr>
            <a:noAutofit/>
          </a:bodyPr>
          <a:lstStyle/>
          <a:p>
            <a:r>
              <a:rPr lang="en-GB" sz="1800" dirty="0"/>
              <a:t>  </a:t>
            </a:r>
            <a:r>
              <a:rPr lang="en-GB" sz="1800" b="1" dirty="0"/>
              <a:t>Content:</a:t>
            </a:r>
            <a:endParaRPr lang="en-GB" sz="1800" dirty="0"/>
          </a:p>
          <a:p>
            <a:r>
              <a:rPr lang="en-GB" sz="1800" dirty="0"/>
              <a:t>  - Three-line summary:</a:t>
            </a:r>
          </a:p>
          <a:p>
            <a:r>
              <a:rPr lang="en-GB" sz="1800" dirty="0"/>
              <a:t>    - </a:t>
            </a:r>
            <a:r>
              <a:rPr lang="en-GB" sz="1800" b="1" dirty="0"/>
              <a:t>Data</a:t>
            </a:r>
            <a:r>
              <a:rPr lang="en-GB" sz="1800" dirty="0"/>
              <a:t> </a:t>
            </a:r>
            <a:r>
              <a:rPr lang="en-GB" sz="1800" b="1" dirty="0"/>
              <a:t>quality:</a:t>
            </a:r>
            <a:r>
              <a:rPr lang="en-GB" sz="1800" dirty="0"/>
              <a:t> 9 issue types across 4 dimensions, all remediated, 98.6% data retained</a:t>
            </a:r>
          </a:p>
          <a:p>
            <a:r>
              <a:rPr lang="en-GB" sz="1800" dirty="0"/>
              <a:t>    - </a:t>
            </a:r>
            <a:r>
              <a:rPr lang="en-GB" sz="1800" b="1" dirty="0"/>
              <a:t>Bias:</a:t>
            </a:r>
            <a:r>
              <a:rPr lang="en-GB" sz="1800" dirty="0"/>
              <a:t> Gender DI 0.77, age DI 0.64 for under-30s, ZIP as proxy (V=0.63), young women at 33.3%</a:t>
            </a:r>
          </a:p>
          <a:p>
            <a:r>
              <a:rPr lang="en-GB" sz="1800" dirty="0"/>
              <a:t>    - </a:t>
            </a:r>
            <a:r>
              <a:rPr lang="en-GB" sz="1800" b="1" dirty="0"/>
              <a:t>Governance:</a:t>
            </a:r>
            <a:r>
              <a:rPr lang="en-GB" sz="1800" dirty="0"/>
              <a:t> 6 PII fields unprotected, no audit trail, no consent mechanism, high-risk AI</a:t>
            </a:r>
          </a:p>
          <a:p>
            <a:r>
              <a:rPr lang="en-GB" sz="1800" dirty="0"/>
              <a:t>  classification</a:t>
            </a:r>
          </a:p>
          <a:p>
            <a:r>
              <a:rPr lang="en-GB" sz="1800" dirty="0"/>
              <a:t>  - Three immediate actions for NovaCred:</a:t>
            </a:r>
          </a:p>
          <a:p>
            <a:r>
              <a:rPr lang="en-GB" sz="1800" dirty="0"/>
              <a:t>    a. Remove or coarsen ZIP code from model features</a:t>
            </a:r>
          </a:p>
          <a:p>
            <a:r>
              <a:rPr lang="en-GB" sz="1800" dirty="0"/>
              <a:t>    b. Implement quarterly fairness monitoring (DI threshold: 0.80)</a:t>
            </a:r>
          </a:p>
          <a:p>
            <a:r>
              <a:rPr lang="en-GB" sz="1800" dirty="0"/>
              <a:t>    c. Deploy audit trail and human oversight before next regulatory review</a:t>
            </a:r>
          </a:p>
        </p:txBody>
      </p:sp>
    </p:spTree>
    <p:extLst>
      <p:ext uri="{BB962C8B-B14F-4D97-AF65-F5344CB8AC3E}">
        <p14:creationId xmlns:p14="http://schemas.microsoft.com/office/powerpoint/2010/main" val="2399745949"/>
      </p:ext>
    </p:extLst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2D3782-9F75-03A1-C7DD-886B6F8AEB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8978C98-116F-8C21-28E0-E55664F1942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 lnSpcReduction="10000"/>
          </a:bodyPr>
          <a:lstStyle/>
          <a:p>
            <a:r>
              <a:rPr lang="en-GB" b="1" dirty="0"/>
              <a:t>Data</a:t>
            </a:r>
            <a:r>
              <a:rPr lang="en-GB" dirty="0"/>
              <a:t> </a:t>
            </a:r>
            <a:r>
              <a:rPr lang="en-GB" b="1" dirty="0"/>
              <a:t>Quality</a:t>
            </a:r>
            <a:r>
              <a:rPr lang="en-GB" dirty="0"/>
              <a:t> </a:t>
            </a:r>
            <a:r>
              <a:rPr lang="en-GB" b="1" dirty="0"/>
              <a:t>Overview</a:t>
            </a:r>
            <a:endParaRPr lang="en-GB" dirty="0"/>
          </a:p>
          <a:p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D6EFBF-CE8A-C801-2CAE-6C8C240E171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1340" y="753673"/>
            <a:ext cx="10880916" cy="540306"/>
          </a:xfrm>
        </p:spPr>
        <p:txBody>
          <a:bodyPr/>
          <a:lstStyle/>
          <a:p>
            <a:r>
              <a:rPr lang="en-GB" sz="2700" dirty="0"/>
              <a:t>Ensuring Data Integrity: 98.6% Retention Post-Cleaning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C861277-7132-F0B4-CCB5-2311770715F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11340" y="1293979"/>
            <a:ext cx="11338531" cy="916482"/>
          </a:xfrm>
        </p:spPr>
        <p:txBody>
          <a:bodyPr>
            <a:noAutofit/>
          </a:bodyPr>
          <a:lstStyle/>
          <a:p>
            <a:r>
              <a:rPr lang="en-GB" sz="1800" b="1" dirty="0"/>
              <a:t>Content:</a:t>
            </a:r>
            <a:endParaRPr lang="en-GB" sz="1800" dirty="0"/>
          </a:p>
          <a:p>
            <a:r>
              <a:rPr lang="en-GB" sz="1800" dirty="0"/>
              <a:t>  - </a:t>
            </a:r>
            <a:r>
              <a:rPr lang="en-GB" sz="1800" b="1" dirty="0"/>
              <a:t>PII</a:t>
            </a:r>
            <a:r>
              <a:rPr lang="en-GB" sz="1800" dirty="0"/>
              <a:t> </a:t>
            </a:r>
            <a:r>
              <a:rPr lang="en-GB" sz="1800" b="1" dirty="0"/>
              <a:t>identified:</a:t>
            </a:r>
            <a:r>
              <a:rPr lang="en-GB" sz="1800" dirty="0"/>
              <a:t> full_name, email, SSN, IP address, date_of_birth, zip_code</a:t>
            </a:r>
          </a:p>
          <a:p>
            <a:r>
              <a:rPr lang="en-GB" sz="1800" dirty="0"/>
              <a:t>  - </a:t>
            </a:r>
            <a:r>
              <a:rPr lang="en-GB" sz="1800" b="1" dirty="0"/>
              <a:t>GDPR</a:t>
            </a:r>
            <a:r>
              <a:rPr lang="en-GB" sz="1800" dirty="0"/>
              <a:t> </a:t>
            </a:r>
            <a:r>
              <a:rPr lang="en-GB" sz="1800" b="1" dirty="0"/>
              <a:t>mapping:</a:t>
            </a:r>
            <a:endParaRPr lang="en-GB" sz="1800" dirty="0"/>
          </a:p>
          <a:p>
            <a:r>
              <a:rPr lang="en-GB" sz="1800" dirty="0"/>
              <a:t>    - Art. 5: data minimisation — SSN shouldn't be retained beyond ID verification; notes being</a:t>
            </a:r>
          </a:p>
          <a:p>
            <a:r>
              <a:rPr lang="en-GB" sz="1800" dirty="0"/>
              <a:t>  empty means no documented justification</a:t>
            </a:r>
          </a:p>
          <a:p>
            <a:r>
              <a:rPr lang="en-GB" sz="1800" dirty="0"/>
              <a:t>    - Art. 6: lawful basis — contractual necessity + legitimate interest</a:t>
            </a:r>
          </a:p>
          <a:p>
            <a:r>
              <a:rPr lang="en-GB" sz="1800" dirty="0"/>
              <a:t>    - Art. 17: right to erasure — no deletion mechanism exists</a:t>
            </a:r>
          </a:p>
          <a:p>
            <a:r>
              <a:rPr lang="en-GB" sz="1800" dirty="0"/>
              <a:t>  - </a:t>
            </a:r>
            <a:r>
              <a:rPr lang="en-GB" sz="1800" b="1" dirty="0"/>
              <a:t>EU</a:t>
            </a:r>
            <a:r>
              <a:rPr lang="en-GB" sz="1800" dirty="0"/>
              <a:t> </a:t>
            </a:r>
            <a:r>
              <a:rPr lang="en-GB" sz="1800" b="1" dirty="0"/>
              <a:t>AI</a:t>
            </a:r>
            <a:r>
              <a:rPr lang="en-GB" sz="1800" dirty="0"/>
              <a:t> </a:t>
            </a:r>
            <a:r>
              <a:rPr lang="en-GB" sz="1800" b="1" dirty="0"/>
              <a:t>Act:</a:t>
            </a:r>
            <a:r>
              <a:rPr lang="en-GB" sz="1800" dirty="0"/>
              <a:t> credit scoring = </a:t>
            </a:r>
            <a:r>
              <a:rPr lang="en-GB" sz="1800" b="1" dirty="0"/>
              <a:t>high-risk</a:t>
            </a:r>
            <a:r>
              <a:rPr lang="en-GB" sz="1800" dirty="0"/>
              <a:t> </a:t>
            </a:r>
            <a:r>
              <a:rPr lang="en-GB" sz="1800" b="1" dirty="0"/>
              <a:t>AI</a:t>
            </a:r>
            <a:r>
              <a:rPr lang="en-GB" sz="1800" dirty="0"/>
              <a:t> (Annex III)</a:t>
            </a:r>
          </a:p>
          <a:p>
            <a:r>
              <a:rPr lang="en-GB" sz="1800" dirty="0"/>
              <a:t>  - </a:t>
            </a:r>
            <a:r>
              <a:rPr lang="en-GB" sz="1800" b="1" dirty="0"/>
              <a:t>4</a:t>
            </a:r>
            <a:r>
              <a:rPr lang="en-GB" sz="1800" dirty="0"/>
              <a:t> </a:t>
            </a:r>
            <a:r>
              <a:rPr lang="en-GB" sz="1800" b="1" dirty="0"/>
              <a:t>concrete</a:t>
            </a:r>
            <a:r>
              <a:rPr lang="en-GB" sz="1800" dirty="0"/>
              <a:t> </a:t>
            </a:r>
            <a:r>
              <a:rPr lang="en-GB" sz="1800" b="1" dirty="0"/>
              <a:t>controls:</a:t>
            </a:r>
            <a:endParaRPr lang="en-GB" sz="1800" dirty="0"/>
          </a:p>
          <a:p>
            <a:r>
              <a:rPr lang="en-GB" sz="1800" dirty="0"/>
              <a:t>    a. </a:t>
            </a:r>
            <a:r>
              <a:rPr lang="en-GB" sz="1800" b="1" dirty="0"/>
              <a:t>Audit</a:t>
            </a:r>
            <a:r>
              <a:rPr lang="en-GB" sz="1800" dirty="0"/>
              <a:t> </a:t>
            </a:r>
            <a:r>
              <a:rPr lang="en-GB" sz="1800" b="1" dirty="0"/>
              <a:t>trail</a:t>
            </a:r>
            <a:r>
              <a:rPr lang="en-GB" sz="1800" dirty="0"/>
              <a:t> — log every decision with timestamp, inputs, output</a:t>
            </a:r>
          </a:p>
          <a:p>
            <a:r>
              <a:rPr lang="en-GB" sz="1800" dirty="0"/>
              <a:t>    b. </a:t>
            </a:r>
            <a:r>
              <a:rPr lang="en-GB" sz="1800" b="1" dirty="0"/>
              <a:t>Human</a:t>
            </a:r>
            <a:r>
              <a:rPr lang="en-GB" sz="1800" dirty="0"/>
              <a:t> </a:t>
            </a:r>
            <a:r>
              <a:rPr lang="en-GB" sz="1800" b="1" dirty="0"/>
              <a:t>oversight</a:t>
            </a:r>
            <a:r>
              <a:rPr lang="en-GB" sz="1800" dirty="0"/>
              <a:t> — manual review for borderline cases (GDPR Art. 22)</a:t>
            </a:r>
          </a:p>
          <a:p>
            <a:r>
              <a:rPr lang="en-GB" sz="1800" dirty="0"/>
              <a:t>    c. </a:t>
            </a:r>
            <a:r>
              <a:rPr lang="en-GB" sz="1800" b="1" dirty="0"/>
              <a:t>Consent</a:t>
            </a:r>
            <a:r>
              <a:rPr lang="en-GB" sz="1800" dirty="0"/>
              <a:t> </a:t>
            </a:r>
            <a:r>
              <a:rPr lang="en-GB" sz="1800" b="1" dirty="0"/>
              <a:t>&amp;</a:t>
            </a:r>
            <a:r>
              <a:rPr lang="en-GB" sz="1800" dirty="0"/>
              <a:t> </a:t>
            </a:r>
            <a:r>
              <a:rPr lang="en-GB" sz="1800" b="1" dirty="0"/>
              <a:t>transparency</a:t>
            </a:r>
            <a:r>
              <a:rPr lang="en-GB" sz="1800" dirty="0"/>
              <a:t> — inform applicants of algorithmic decision-making</a:t>
            </a:r>
          </a:p>
          <a:p>
            <a:r>
              <a:rPr lang="en-GB" sz="1800" dirty="0"/>
              <a:t>    d. </a:t>
            </a:r>
            <a:r>
              <a:rPr lang="en-GB" sz="1800" b="1" dirty="0"/>
              <a:t>Retention</a:t>
            </a:r>
            <a:r>
              <a:rPr lang="en-GB" sz="1800" dirty="0"/>
              <a:t> </a:t>
            </a:r>
            <a:r>
              <a:rPr lang="en-GB" sz="1800" b="1" dirty="0"/>
              <a:t>policy</a:t>
            </a:r>
            <a:r>
              <a:rPr lang="en-GB" sz="1800" dirty="0"/>
              <a:t> — max 5 years, then delete/anonymise all PII</a:t>
            </a:r>
          </a:p>
          <a:p>
            <a:br>
              <a:rPr lang="en-GB" sz="1800" dirty="0"/>
            </a:br>
            <a:endParaRPr lang="en-GB" sz="1800" dirty="0"/>
          </a:p>
          <a:p>
            <a:r>
              <a:rPr lang="en-GB" sz="1800" dirty="0"/>
              <a:t>  </a:t>
            </a:r>
            <a:r>
              <a:rPr lang="en-GB" sz="1800" b="1" dirty="0"/>
              <a:t>Cite:</a:t>
            </a:r>
            <a:r>
              <a:rPr lang="en-GB" sz="1800" dirty="0"/>
              <a:t> "Under the EU AI Act, NovaCred's system is high-risk — these controls are legally required,</a:t>
            </a:r>
          </a:p>
          <a:p>
            <a:r>
              <a:rPr lang="en-GB" sz="1800" dirty="0"/>
              <a:t>   not optional"</a:t>
            </a:r>
          </a:p>
        </p:txBody>
      </p:sp>
    </p:spTree>
    <p:extLst>
      <p:ext uri="{BB962C8B-B14F-4D97-AF65-F5344CB8AC3E}">
        <p14:creationId xmlns:p14="http://schemas.microsoft.com/office/powerpoint/2010/main" val="1107117359"/>
      </p:ext>
    </p:extLst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 vert="horz" lIns="45720" tIns="22860" rIns="45720" bIns="22860" rtlCol="0" anchor="t">
            <a:normAutofit/>
          </a:bodyPr>
          <a:lstStyle/>
          <a:p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2"/>
          </p:nvPr>
        </p:nvSpPr>
        <p:spPr/>
        <p:txBody>
          <a:bodyPr>
            <a:normAutofit lnSpcReduction="10000"/>
          </a:bodyPr>
          <a:lstStyle/>
          <a:p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3"/>
          </p:nvPr>
        </p:nvSpPr>
        <p:spPr/>
        <p:txBody>
          <a:bodyPr>
            <a:normAutofit lnSpcReduction="10000"/>
          </a:bodyPr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2058203"/>
      </p:ext>
    </p:extLst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311340" y="2157147"/>
            <a:ext cx="4675188" cy="899253"/>
          </a:xfrm>
        </p:spPr>
        <p:txBody>
          <a:bodyPr/>
          <a:lstStyle/>
          <a:p>
            <a:r>
              <a:rPr lang="en-GB"/>
              <a:t>Guidelines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1"/>
          </p:nvPr>
        </p:nvSpPr>
        <p:spPr>
          <a:xfrm>
            <a:off x="372540" y="3183150"/>
            <a:ext cx="4613988" cy="1448892"/>
          </a:xfrm>
        </p:spPr>
        <p:txBody>
          <a:bodyPr/>
          <a:lstStyle/>
          <a:p>
            <a:r>
              <a:rPr lang="en-GB" sz="1400"/>
              <a:t>Before using this template, please make sure you have all the fonts installed.</a:t>
            </a:r>
          </a:p>
          <a:p>
            <a:endParaRPr lang="en-GB" sz="1400"/>
          </a:p>
          <a:p>
            <a:r>
              <a:rPr lang="en-GB" sz="1400"/>
              <a:t>You will need </a:t>
            </a:r>
            <a:r>
              <a:rPr lang="en-GB" sz="1400" b="1" err="1"/>
              <a:t>Playfair</a:t>
            </a:r>
            <a:r>
              <a:rPr lang="en-GB" sz="1400" b="1"/>
              <a:t> display </a:t>
            </a:r>
            <a:r>
              <a:rPr lang="en-GB" sz="1400"/>
              <a:t>and </a:t>
            </a:r>
            <a:r>
              <a:rPr lang="en-GB" sz="1400" b="1"/>
              <a:t>open sans</a:t>
            </a:r>
            <a:r>
              <a:rPr lang="en-GB" sz="1400"/>
              <a:t>.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en-GB"/>
              <a:t>NOVA SBE TEMPLATES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/>
          <a:stretch>
            <a:fillRect/>
          </a:stretch>
        </p:blipFill>
        <p:spPr>
          <a:xfrm>
            <a:off x="6438825" y="2157147"/>
            <a:ext cx="4476750" cy="3105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5656578"/>
      </p:ext>
    </p:extLst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2"/>
          </p:nvPr>
        </p:nvSpPr>
        <p:spPr/>
        <p:txBody>
          <a:bodyPr>
            <a:normAutofit lnSpcReduction="10000"/>
          </a:bodyPr>
          <a:lstStyle/>
          <a:p>
            <a:endParaRPr lang="en-GB"/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3"/>
          </p:nvPr>
        </p:nvSpPr>
        <p:spPr/>
        <p:txBody>
          <a:bodyPr>
            <a:normAutofit lnSpcReduction="10000"/>
          </a:bodyPr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1843307"/>
      </p:ext>
    </p:extLst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3"/>
          </p:nvPr>
        </p:nvSpPr>
        <p:spPr/>
        <p:txBody>
          <a:bodyPr>
            <a:normAutofit lnSpcReduction="10000"/>
          </a:bodyPr>
          <a:lstStyle/>
          <a:p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92500" lnSpcReduction="20000"/>
          </a:bodyPr>
          <a:lstStyle/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5"/>
          </p:nvPr>
        </p:nvSpPr>
        <p:spPr/>
        <p:txBody>
          <a:bodyPr>
            <a:normAutofit fontScale="62500" lnSpcReduction="20000"/>
          </a:bodyPr>
          <a:lstStyle/>
          <a:p>
            <a:endParaRPr lang="en-GB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731209"/>
      </p:ext>
    </p:extLst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3"/>
          </p:nvPr>
        </p:nvSpPr>
        <p:spPr/>
        <p:txBody>
          <a:bodyPr>
            <a:normAutofit lnSpcReduction="10000"/>
          </a:bodyPr>
          <a:lstStyle/>
          <a:p>
            <a:endParaRPr lang="en-GB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92500" lnSpcReduction="20000"/>
          </a:bodyPr>
          <a:lstStyle/>
          <a:p>
            <a:endParaRPr lang="en-GB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5"/>
          </p:nvPr>
        </p:nvSpPr>
        <p:spPr/>
        <p:txBody>
          <a:bodyPr>
            <a:normAutofit fontScale="62500" lnSpcReduction="20000"/>
          </a:bodyPr>
          <a:lstStyle/>
          <a:p>
            <a:endParaRPr lang="en-GB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18022285"/>
      </p:ext>
    </p:extLst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3"/>
          </p:nvPr>
        </p:nvSpPr>
        <p:spPr/>
        <p:txBody>
          <a:bodyPr>
            <a:normAutofit lnSpcReduction="10000"/>
          </a:bodyPr>
          <a:lstStyle/>
          <a:p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92500" lnSpcReduction="20000"/>
          </a:bodyPr>
          <a:lstStyle/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5"/>
          </p:nvPr>
        </p:nvSpPr>
        <p:spPr/>
        <p:txBody>
          <a:bodyPr>
            <a:normAutofit fontScale="62500" lnSpcReduction="20000"/>
          </a:bodyPr>
          <a:lstStyle/>
          <a:p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44231073"/>
      </p:ext>
    </p:extLst>
  </p:cSld>
  <p:clrMapOvr>
    <a:masterClrMapping/>
  </p:clrMapOvr>
  <p:transition spd="med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/>
          <p:cNvSpPr>
            <a:spLocks noGrp="1"/>
          </p:cNvSpPr>
          <p:nvPr>
            <p:ph type="body" sz="quarter" idx="13"/>
          </p:nvPr>
        </p:nvSpPr>
        <p:spPr/>
        <p:txBody>
          <a:bodyPr>
            <a:normAutofit lnSpcReduction="10000"/>
          </a:bodyPr>
          <a:lstStyle/>
          <a:p>
            <a:endParaRPr lang="en-GB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92500" lnSpcReduction="20000"/>
          </a:bodyPr>
          <a:lstStyle/>
          <a:p>
            <a:endParaRPr lang="en-GB"/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5"/>
          </p:nvPr>
        </p:nvSpPr>
        <p:spPr/>
        <p:txBody>
          <a:bodyPr>
            <a:normAutofit fontScale="62500" lnSpcReduction="20000"/>
          </a:bodyPr>
          <a:lstStyle/>
          <a:p>
            <a:endParaRPr lang="en-GB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11" name="Picture Placeholder 10"/>
          <p:cNvSpPr>
            <a:spLocks noGrp="1"/>
          </p:cNvSpPr>
          <p:nvPr>
            <p:ph type="pic" sz="quarter" idx="18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7047955"/>
      </p:ext>
    </p:extLst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/>
          <p:cNvSpPr>
            <a:spLocks noGrp="1"/>
          </p:cNvSpPr>
          <p:nvPr>
            <p:ph type="body" sz="quarter" idx="13"/>
          </p:nvPr>
        </p:nvSpPr>
        <p:spPr/>
        <p:txBody>
          <a:bodyPr>
            <a:normAutofit lnSpcReduction="10000"/>
          </a:bodyPr>
          <a:lstStyle/>
          <a:p>
            <a:endParaRPr lang="en-GB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92500" lnSpcReduction="20000"/>
          </a:bodyPr>
          <a:lstStyle/>
          <a:p>
            <a:endParaRPr lang="en-GB"/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5"/>
          </p:nvPr>
        </p:nvSpPr>
        <p:spPr/>
        <p:txBody>
          <a:bodyPr>
            <a:normAutofit fontScale="62500" lnSpcReduction="20000"/>
          </a:bodyPr>
          <a:lstStyle/>
          <a:p>
            <a:endParaRPr lang="en-GB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11" name="Picture Placeholder 10"/>
          <p:cNvSpPr>
            <a:spLocks noGrp="1"/>
          </p:cNvSpPr>
          <p:nvPr>
            <p:ph type="pic" sz="quarter" idx="18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8392835"/>
      </p:ext>
    </p:extLst>
  </p:cSld>
  <p:clrMapOvr>
    <a:masterClrMapping/>
  </p:clrMapOvr>
  <p:transition spd="med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3"/>
          </p:nvPr>
        </p:nvSpPr>
        <p:spPr/>
        <p:txBody>
          <a:bodyPr>
            <a:normAutofit lnSpcReduction="10000"/>
          </a:bodyPr>
          <a:lstStyle/>
          <a:p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92500" lnSpcReduction="20000"/>
          </a:bodyPr>
          <a:lstStyle/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5"/>
          </p:nvPr>
        </p:nvSpPr>
        <p:spPr/>
        <p:txBody>
          <a:bodyPr>
            <a:normAutofit fontScale="62500" lnSpcReduction="20000"/>
          </a:bodyPr>
          <a:lstStyle/>
          <a:p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Picture Placeholder 5"/>
          <p:cNvSpPr>
            <a:spLocks noGrp="1"/>
          </p:cNvSpPr>
          <p:nvPr>
            <p:ph type="pic" sz="quarter" idx="18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2422899"/>
      </p:ext>
    </p:extLst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/>
          <p:cNvSpPr>
            <a:spLocks noGrp="1"/>
          </p:cNvSpPr>
          <p:nvPr>
            <p:ph type="body" sz="quarter" idx="13"/>
          </p:nvPr>
        </p:nvSpPr>
        <p:spPr/>
        <p:txBody>
          <a:bodyPr>
            <a:normAutofit lnSpcReduction="10000"/>
          </a:bodyPr>
          <a:lstStyle/>
          <a:p>
            <a:endParaRPr lang="en-GB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92500" lnSpcReduction="20000"/>
          </a:bodyPr>
          <a:lstStyle/>
          <a:p>
            <a:endParaRPr lang="en-GB"/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5"/>
          </p:nvPr>
        </p:nvSpPr>
        <p:spPr/>
        <p:txBody>
          <a:bodyPr>
            <a:normAutofit fontScale="62500" lnSpcReduction="20000"/>
          </a:bodyPr>
          <a:lstStyle/>
          <a:p>
            <a:endParaRPr lang="en-GB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11" name="Picture Placeholder 10"/>
          <p:cNvSpPr>
            <a:spLocks noGrp="1"/>
          </p:cNvSpPr>
          <p:nvPr>
            <p:ph type="pic" sz="quarter" idx="18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7810138"/>
      </p:ext>
    </p:extLst>
  </p:cSld>
  <p:clrMapOvr>
    <a:masterClrMapping/>
  </p:clrMapOvr>
  <p:transition spd="med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/>
          <p:cNvSpPr>
            <a:spLocks noGrp="1"/>
          </p:cNvSpPr>
          <p:nvPr>
            <p:ph type="body" sz="quarter" idx="13"/>
          </p:nvPr>
        </p:nvSpPr>
        <p:spPr/>
        <p:txBody>
          <a:bodyPr>
            <a:normAutofit lnSpcReduction="10000"/>
          </a:bodyPr>
          <a:lstStyle/>
          <a:p>
            <a:endParaRPr lang="en-GB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92500" lnSpcReduction="20000"/>
          </a:bodyPr>
          <a:lstStyle/>
          <a:p>
            <a:endParaRPr lang="en-GB"/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5"/>
          </p:nvPr>
        </p:nvSpPr>
        <p:spPr/>
        <p:txBody>
          <a:bodyPr>
            <a:normAutofit fontScale="62500" lnSpcReduction="20000"/>
          </a:bodyPr>
          <a:lstStyle/>
          <a:p>
            <a:endParaRPr lang="en-GB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11" name="Picture Placeholder 10"/>
          <p:cNvSpPr>
            <a:spLocks noGrp="1"/>
          </p:cNvSpPr>
          <p:nvPr>
            <p:ph type="pic" sz="quarter" idx="18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851815"/>
      </p:ext>
    </p:extLst>
  </p:cSld>
  <p:clrMapOvr>
    <a:masterClrMapping/>
  </p:clrMapOvr>
  <p:transition spd="med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/>
          <p:cNvSpPr>
            <a:spLocks noGrp="1"/>
          </p:cNvSpPr>
          <p:nvPr>
            <p:ph type="body" sz="quarter" idx="13"/>
          </p:nvPr>
        </p:nvSpPr>
        <p:spPr/>
        <p:txBody>
          <a:bodyPr>
            <a:normAutofit lnSpcReduction="10000"/>
          </a:bodyPr>
          <a:lstStyle/>
          <a:p>
            <a:endParaRPr lang="en-GB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92500" lnSpcReduction="20000"/>
          </a:bodyPr>
          <a:lstStyle/>
          <a:p>
            <a:endParaRPr lang="en-GB"/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5"/>
          </p:nvPr>
        </p:nvSpPr>
        <p:spPr/>
        <p:txBody>
          <a:bodyPr>
            <a:normAutofit fontScale="62500" lnSpcReduction="20000"/>
          </a:bodyPr>
          <a:lstStyle/>
          <a:p>
            <a:endParaRPr lang="en-GB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11" name="Picture Placeholder 10"/>
          <p:cNvSpPr>
            <a:spLocks noGrp="1"/>
          </p:cNvSpPr>
          <p:nvPr>
            <p:ph type="pic" sz="quarter" idx="18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5475678"/>
      </p:ext>
    </p:extLst>
  </p:cSld>
  <p:clrMapOvr>
    <a:masterClrMapping/>
  </p:clrMapOvr>
  <p:transition spd="med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Text Placeholder 42"/>
          <p:cNvSpPr>
            <a:spLocks noGrp="1"/>
          </p:cNvSpPr>
          <p:nvPr>
            <p:ph type="body" sz="quarter" idx="13"/>
          </p:nvPr>
        </p:nvSpPr>
        <p:spPr/>
        <p:txBody>
          <a:bodyPr>
            <a:normAutofit lnSpcReduction="10000"/>
          </a:bodyPr>
          <a:lstStyle/>
          <a:p>
            <a:endParaRPr lang="en-GB"/>
          </a:p>
        </p:txBody>
      </p:sp>
      <p:sp>
        <p:nvSpPr>
          <p:cNvPr id="44" name="Text Placeholder 43"/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92500" lnSpcReduction="20000"/>
          </a:bodyPr>
          <a:lstStyle/>
          <a:p>
            <a:endParaRPr lang="en-GB"/>
          </a:p>
        </p:txBody>
      </p:sp>
      <p:sp>
        <p:nvSpPr>
          <p:cNvPr id="45" name="Text Placeholder 44"/>
          <p:cNvSpPr>
            <a:spLocks noGrp="1"/>
          </p:cNvSpPr>
          <p:nvPr>
            <p:ph type="body" sz="quarter" idx="15"/>
          </p:nvPr>
        </p:nvSpPr>
        <p:spPr/>
        <p:txBody>
          <a:bodyPr>
            <a:normAutofit fontScale="62500" lnSpcReduction="20000"/>
          </a:bodyPr>
          <a:lstStyle/>
          <a:p>
            <a:endParaRPr lang="en-GB"/>
          </a:p>
        </p:txBody>
      </p:sp>
      <p:sp>
        <p:nvSpPr>
          <p:cNvPr id="46" name="Text Placeholder 45"/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7" name="Text Placeholder 46"/>
          <p:cNvSpPr>
            <a:spLocks noGrp="1"/>
          </p:cNvSpPr>
          <p:nvPr>
            <p:ph type="body" sz="quarter" idx="17"/>
          </p:nvPr>
        </p:nvSpPr>
        <p:spPr>
          <a:xfrm>
            <a:off x="7164519" y="1396328"/>
            <a:ext cx="4546645" cy="4215887"/>
          </a:xfrm>
        </p:spPr>
        <p:txBody>
          <a:bodyPr/>
          <a:lstStyle/>
          <a:p>
            <a:pPr marL="171450" indent="-171450">
              <a:buBlip>
                <a:blip/>
              </a:buBlip>
            </a:pP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7847714"/>
      </p:ext>
    </p:extLst>
  </p:cSld>
  <p:clrMapOvr>
    <a:masterClrMapping/>
  </p:clrMapOvr>
  <p:transition spd="med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/>
        <p:txBody>
          <a:bodyPr>
            <a:normAutofit lnSpcReduction="10000"/>
          </a:bodyPr>
          <a:lstStyle/>
          <a:p>
            <a:endParaRPr lang="en-GB"/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92500" lnSpcReduction="20000"/>
          </a:bodyPr>
          <a:lstStyle/>
          <a:p>
            <a:endParaRPr lang="en-GB"/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5"/>
          </p:nvPr>
        </p:nvSpPr>
        <p:spPr/>
        <p:txBody>
          <a:bodyPr>
            <a:normAutofit fontScale="62500" lnSpcReduction="20000"/>
          </a:bodyPr>
          <a:lstStyle/>
          <a:p>
            <a:endParaRPr lang="en-GB"/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9988174"/>
      </p:ext>
    </p:extLst>
  </p:cSld>
  <p:clrMapOvr>
    <a:masterClrMapping/>
  </p:clrMapOvr>
  <p:transition spd="med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>
            <a:normAutofit lnSpcReduction="10000"/>
          </a:bodyPr>
          <a:lstStyle/>
          <a:p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92500" lnSpcReduction="20000"/>
          </a:bodyPr>
          <a:lstStyle/>
          <a:p>
            <a:endParaRPr lang="en-GB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5"/>
          </p:nvPr>
        </p:nvSpPr>
        <p:spPr/>
        <p:txBody>
          <a:bodyPr>
            <a:normAutofit fontScale="62500" lnSpcReduction="20000"/>
          </a:bodyPr>
          <a:lstStyle/>
          <a:p>
            <a:endParaRPr lang="en-GB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56518612"/>
      </p:ext>
    </p:extLst>
  </p:cSld>
  <p:clrMapOvr>
    <a:masterClrMapping/>
  </p:clrMapOvr>
  <p:transition spd="med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02286789"/>
      </p:ext>
    </p:extLst>
  </p:cSld>
  <p:clrMapOvr>
    <a:masterClrMapping/>
  </p:clrMapOvr>
  <p:transition spd="med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90902039"/>
      </p:ext>
    </p:extLst>
  </p:cSld>
  <p:clrMapOvr>
    <a:masterClrMapping/>
  </p:clrMapOvr>
  <p:transition spd="med"/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64</TotalTime>
  <Words>996</Words>
  <Application>Microsoft Macintosh PowerPoint</Application>
  <PresentationFormat>Widescreen</PresentationFormat>
  <Paragraphs>111</Paragraphs>
  <Slides>25</Slides>
  <Notes>0</Notes>
  <HiddenSlides>17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3" baseType="lpstr">
      <vt:lpstr>Aptos</vt:lpstr>
      <vt:lpstr>Aptos Display</vt:lpstr>
      <vt:lpstr>Arial</vt:lpstr>
      <vt:lpstr>Helvetica Neue Light</vt:lpstr>
      <vt:lpstr>Open Sans</vt:lpstr>
      <vt:lpstr>Open Sans </vt:lpstr>
      <vt:lpstr>Playfair Display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Leon Schmidt</dc:creator>
  <cp:lastModifiedBy>Leon Schmidt</cp:lastModifiedBy>
  <cp:revision>4</cp:revision>
  <dcterms:created xsi:type="dcterms:W3CDTF">2026-03-03T08:13:20Z</dcterms:created>
  <dcterms:modified xsi:type="dcterms:W3CDTF">2026-03-04T19:02:23Z</dcterms:modified>
</cp:coreProperties>
</file>